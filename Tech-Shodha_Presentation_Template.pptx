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fb1a5100b49a9" /><Relationship Type="http://schemas.openxmlformats.org/officeDocument/2006/relationships/extended-properties" Target="/docProps/app.xml" Id="R69f0d6766ac14a17" /><Relationship Type="http://schemas.openxmlformats.org/officeDocument/2006/relationships/officeDocument" Target="/ppt/presentation.xml" Id="R8762ea094dfd4d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5b30c5c1d64d1c"/>
  </p:sldMasterIdLst>
  <p:notesMasterIdLst>
    <p:notesMasterId xmlns:r="http://schemas.openxmlformats.org/officeDocument/2006/relationships" r:id="R88749b2cd6a74172"/>
  </p:notesMasterIdLst>
  <p:sldIdLst>
    <p:sldId xmlns:r="http://schemas.openxmlformats.org/officeDocument/2006/relationships" id="256" r:id="R4e66ae3d0b854970"/>
    <p:sldId xmlns:r="http://schemas.openxmlformats.org/officeDocument/2006/relationships" id="257" r:id="R56b3ef9dfeae43a6"/>
    <p:sldId xmlns:r="http://schemas.openxmlformats.org/officeDocument/2006/relationships" id="258" r:id="Rc1993bc74ca448f1"/>
    <p:sldId xmlns:r="http://schemas.openxmlformats.org/officeDocument/2006/relationships" id="259" r:id="Rc78aaf2ed3634c45"/>
    <p:sldId xmlns:r="http://schemas.openxmlformats.org/officeDocument/2006/relationships" id="260" r:id="R649658a8b6314136"/>
    <p:sldId xmlns:r="http://schemas.openxmlformats.org/officeDocument/2006/relationships" id="261" r:id="R64247b45cb6f4a55"/>
    <p:sldId xmlns:r="http://schemas.openxmlformats.org/officeDocument/2006/relationships" id="262" r:id="Rcee7bb5ed50841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cb335a4ab4c2a" /><Relationship Type="http://schemas.openxmlformats.org/officeDocument/2006/relationships/slideMaster" Target="/ppt/slideMasters/slideMaster1.xml" Id="R925b30c5c1d64d1c" /><Relationship Type="http://schemas.openxmlformats.org/officeDocument/2006/relationships/notesMaster" Target="/ppt/notesMasters/notesMaster1.xml" Id="R88749b2cd6a74172" /><Relationship Type="http://schemas.openxmlformats.org/officeDocument/2006/relationships/presProps" Target="/ppt/presProps.xml" Id="R766ff73dc93f463c" /><Relationship Type="http://schemas.openxmlformats.org/officeDocument/2006/relationships/tableStyles" Target="/ppt/tableStyles.xml" Id="R90e71fc3adb645aa" /><Relationship Type="http://schemas.openxmlformats.org/officeDocument/2006/relationships/slide" Target="/ppt/slides/slide1.xml" Id="R4e66ae3d0b854970" /><Relationship Type="http://schemas.openxmlformats.org/officeDocument/2006/relationships/slide" Target="/ppt/slides/slide2.xml" Id="R56b3ef9dfeae43a6" /><Relationship Type="http://schemas.openxmlformats.org/officeDocument/2006/relationships/slide" Target="/ppt/slides/slide3.xml" Id="Rc1993bc74ca448f1" /><Relationship Type="http://schemas.openxmlformats.org/officeDocument/2006/relationships/slide" Target="/ppt/slides/slide4.xml" Id="Rc78aaf2ed3634c45" /><Relationship Type="http://schemas.openxmlformats.org/officeDocument/2006/relationships/slide" Target="/ppt/slides/slide5.xml" Id="R649658a8b6314136" /><Relationship Type="http://schemas.openxmlformats.org/officeDocument/2006/relationships/slide" Target="/ppt/slides/slide6.xml" Id="R64247b45cb6f4a55" /><Relationship Type="http://schemas.openxmlformats.org/officeDocument/2006/relationships/slide" Target="/ppt/slides/slide7.xml" Id="Rcee7bb5ed508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2a4ae4215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1efd2b193488c" /><Relationship Type="http://schemas.openxmlformats.org/officeDocument/2006/relationships/notesMaster" Target="/ppt/notesMasters/notesMaster1.xml" Id="Re2f72ee94004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7332812834c99" /><Relationship Type="http://schemas.openxmlformats.org/officeDocument/2006/relationships/notesMaster" Target="/ppt/notesMasters/notesMaster1.xml" Id="Re148b5869ae64e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4667a82624397" /><Relationship Type="http://schemas.openxmlformats.org/officeDocument/2006/relationships/notesMaster" Target="/ppt/notesMasters/notesMaster1.xml" Id="Rf5295d04d3c145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36606507564a60" /><Relationship Type="http://schemas.openxmlformats.org/officeDocument/2006/relationships/notesMaster" Target="/ppt/notesMasters/notesMaster1.xml" Id="Rfd43a4898b8141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b807e16b3843b8" /><Relationship Type="http://schemas.openxmlformats.org/officeDocument/2006/relationships/notesMaster" Target="/ppt/notesMasters/notesMaster1.xml" Id="R75c65e7fbce740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15a0c565d4f71" /><Relationship Type="http://schemas.openxmlformats.org/officeDocument/2006/relationships/notesMaster" Target="/ppt/notesMasters/notesMaster1.xml" Id="Rc919850ace344d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b1e502184c4392" /><Relationship Type="http://schemas.openxmlformats.org/officeDocument/2006/relationships/notesMaster" Target="/ppt/notesMasters/notesMaster1.xml" Id="R8be67b39082c49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short points, a simple diagram, a visual, or a combination. Replace or rearrange the editable steps to suit your 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2f040968e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1bc20b8e04f8b" /><Relationship Type="http://schemas.openxmlformats.org/officeDocument/2006/relationships/slideLayout" Target="/ppt/slideLayouts/slideLayout1.xml" Id="Rb27ac7cad64b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7ac7cad64b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4ba73e56b47cc" /><Relationship Type="http://schemas.openxmlformats.org/officeDocument/2006/relationships/image" Target="/ppt/media/image.png" Id="R94539bffa23a4952" /><Relationship Type="http://schemas.openxmlformats.org/officeDocument/2006/relationships/notesSlide" Target="/ppt/notesSlides/notesSlide1.xml" Id="R0e4c2aaf5849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fb58b73564643" /><Relationship Type="http://schemas.openxmlformats.org/officeDocument/2006/relationships/notesSlide" Target="/ppt/notesSlides/notesSlide2.xml" Id="Rdb179c48916447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9e7d7aaec40d1" /><Relationship Type="http://schemas.openxmlformats.org/officeDocument/2006/relationships/notesSlide" Target="/ppt/notesSlides/notesSlide3.xml" Id="Rc05b1826798c48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65bce010b462e" /><Relationship Type="http://schemas.openxmlformats.org/officeDocument/2006/relationships/notesSlide" Target="/ppt/notesSlides/notesSlide4.xml" Id="Raa08d8025895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44e428df04ea3" /><Relationship Type="http://schemas.openxmlformats.org/officeDocument/2006/relationships/notesSlide" Target="/ppt/notesSlides/notesSlide5.xml" Id="Rabf2868f3e6f44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a9e03d8b04c48" /><Relationship Type="http://schemas.openxmlformats.org/officeDocument/2006/relationships/notesSlide" Target="/ppt/notesSlides/notesSlide6.xml" Id="Rdb467f420f27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2e0aba9e4799" /><Relationship Type="http://schemas.openxmlformats.org/officeDocument/2006/relationships/notesSlide" Target="/ppt/notesSlides/notesSlide7.xml" Id="R83002fd07bf7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vent type">
            <a:extLst xmlns:a="http://schemas.openxmlformats.org/drawingml/2006/main">
              <a:ext uri="{FF2B5EF4-FFF2-40B4-BE49-F238E27FC236}">
                <a16:creationId xmlns:a16="http://schemas.microsoft.com/office/drawing/2014/main" id="{CA4E8AB2-A37B-4821-9C3B-8742B3DA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5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3D5E8"/>
                </a:solidFill>
                <a:latin typeface="DejaVu Sans"/>
                <a:ea typeface="DejaVu Sans"/>
                <a:cs typeface="DejaVu Sans"/>
              </a:rPr>
              <a:t>24-HOUR TECHNICAL HACKATHON</a:t>
            </a:r>
          </a:p>
        </p:txBody>
      </p:sp>
      <p:sp>
        <p:nvSpPr>
          <p:cNvPr id="2" name="Project title">
            <a:extLst xmlns:a="http://schemas.openxmlformats.org/drawingml/2006/main">
              <a:ext uri="{FF2B5EF4-FFF2-40B4-BE49-F238E27FC236}">
                <a16:creationId xmlns:a16="http://schemas.microsoft.com/office/drawing/2014/main" id="{7F47967B-A91F-480E-9E5B-5870F22C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676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[Project / Idea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Title]</a:t>
            </a:r>
          </a:p>
        </p:txBody>
      </p:sp>
      <p:sp>
        <p:nvSpPr>
          <p:cNvPr id="3" name="Team name">
            <a:extLst xmlns:a="http://schemas.openxmlformats.org/drawingml/2006/main">
              <a:ext uri="{FF2B5EF4-FFF2-40B4-BE49-F238E27FC236}">
                <a16:creationId xmlns:a16="http://schemas.microsoft.com/office/drawing/2014/main" id="{D2456772-1326-46FC-A409-F6C1D10D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3D5E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3D5E8"/>
                </a:solidFill>
                <a:latin typeface="DejaVu Sans"/>
                <a:ea typeface="DejaVu Sans"/>
                <a:cs typeface="DejaVu Sans"/>
              </a:rPr>
              <a:t>[Team Name]</a:t>
            </a:r>
          </a:p>
        </p:txBody>
      </p:sp>
      <p:sp>
        <p:nvSpPr>
          <p:cNvPr id="4" name="Team members">
            <a:extLst xmlns:a="http://schemas.openxmlformats.org/drawingml/2006/main">
              <a:ext uri="{FF2B5EF4-FFF2-40B4-BE49-F238E27FC236}">
                <a16:creationId xmlns:a16="http://schemas.microsoft.com/office/drawing/2014/main" id="{9B779275-5D9C-44E1-BAE4-962670A2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0E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5E0E2"/>
                </a:solidFill>
                <a:latin typeface="DejaVu Sans"/>
                <a:ea typeface="DejaVu Sans"/>
                <a:cs typeface="DejaVu Sans"/>
              </a:rPr>
              <a:t>[Team Members]</a:t>
            </a:r>
          </a:p>
        </p:txBody>
      </p:sp>
      <p:sp>
        <p:nvSpPr>
          <p:cNvPr id="5" name="College or institution">
            <a:extLst xmlns:a="http://schemas.openxmlformats.org/drawingml/2006/main">
              <a:ext uri="{FF2B5EF4-FFF2-40B4-BE49-F238E27FC236}">
                <a16:creationId xmlns:a16="http://schemas.microsoft.com/office/drawing/2014/main" id="{B273D1E8-EB8B-4DE0-90D2-2DB5A91B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0E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5E0E2"/>
                </a:solidFill>
                <a:latin typeface="DejaVu Sans"/>
                <a:ea typeface="DejaVu Sans"/>
                <a:cs typeface="DejaVu Sans"/>
              </a:rPr>
              <a:t>[College / Institution]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39bffa23a4952"/>
          <a:stretch xmlns:a="http://schemas.openxmlformats.org/drawingml/2006/main"/>
        </p:blipFill>
        <p:spPr>
          <a:xfrm xmlns:a="http://schemas.openxmlformats.org/drawingml/2006/main">
            <a:off x="7991729" y="1619250"/>
            <a:ext cx="3476117" cy="3248025"/>
          </a:xfrm>
          <a:prstGeom xmlns:a="http://schemas.openxmlformats.org/drawingml/2006/main" prst="rect">
            <a:avLst/>
          </a:prstGeom>
        </p:spPr>
      </p:pic>
      <p:sp>
        <p:nvSpPr>
          <p:cNvPr id="7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663F4184-B528-4F4D-8948-525F19BE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047"/>
          </a:solidFill>
          <a:ln xmlns:a="http://schemas.openxmlformats.org/drawingml/2006/main" w="0">
            <a:noFill/>
          </a:ln>
        </p:spPr>
      </p:sp>
      <p:sp>
        <p:nvSpPr>
          <p:cNvPr id="8" name="Organizer">
            <a:extLst xmlns:a="http://schemas.openxmlformats.org/drawingml/2006/main">
              <a:ext uri="{FF2B5EF4-FFF2-40B4-BE49-F238E27FC236}">
                <a16:creationId xmlns:a16="http://schemas.microsoft.com/office/drawing/2014/main" id="{3316B16E-8106-4B6C-B34E-D457B77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74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C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0C4"/>
                </a:solidFill>
                <a:latin typeface="DejaVu Sans"/>
                <a:ea typeface="DejaVu Sans"/>
                <a:cs typeface="DejaVu Sans"/>
              </a:rPr>
              <a:t>Organized by the ECE Department</a:t>
            </a:r>
          </a:p>
          <a:p xmlns:a="http://schemas.openxmlformats.org/drawingml/2006/main">
            <a:pPr algn="l">
              <a:defRPr sz="1425" b="0">
                <a:solidFill>
                  <a:srgbClr val="AFC0C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0C4"/>
                </a:solidFill>
                <a:latin typeface="DejaVu Sans"/>
                <a:ea typeface="DejaVu Sans"/>
                <a:cs typeface="DejaVu Sans"/>
              </a:rPr>
              <a:t>Vidyavardhaka College of Engineering, Mysuru</a:t>
            </a:r>
          </a:p>
        </p:txBody>
      </p:sp>
    </p:spTree>
    <p:extLst>
      <p:ext uri="{BB962C8B-B14F-4D97-AF65-F5344CB8AC3E}">
        <p14:creationId xmlns:p14="http://schemas.microsoft.com/office/powerpoint/2010/main" val="1221387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BD5E5B-0C3C-467C-8BA5-E5058DBB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Problem Statement</a:t>
            </a:r>
          </a:p>
        </p:txBody>
      </p:sp>
      <p:sp>
        <p:nvSpPr>
          <p:cNvPr id="2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ED99919A-D4B0-435F-BBB3-05D66D6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3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16231D76-F405-4B45-B3FF-78DC7ABD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ECE  /  VVCE, MYSURU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D98A33A-AD49-4482-855B-F94EB326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02 / 07</a:t>
            </a:r>
          </a:p>
        </p:txBody>
      </p:sp>
      <p:sp>
        <p:nvSpPr>
          <p:cNvPr id="5" name="What problem are you solving?">
            <a:extLst xmlns:a="http://schemas.openxmlformats.org/drawingml/2006/main">
              <a:ext uri="{FF2B5EF4-FFF2-40B4-BE49-F238E27FC236}">
                <a16:creationId xmlns:a16="http://schemas.microsoft.com/office/drawing/2014/main" id="{35377D02-61C0-4C84-9821-8906155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What problem are you solving?</a:t>
            </a:r>
          </a:p>
        </p:txBody>
      </p:sp>
      <p:sp>
        <p:nvSpPr>
          <p:cNvPr id="6" name="What problem are you solving? response">
            <a:extLst xmlns:a="http://schemas.openxmlformats.org/drawingml/2006/main">
              <a:ext uri="{FF2B5EF4-FFF2-40B4-BE49-F238E27FC236}">
                <a16:creationId xmlns:a16="http://schemas.microsoft.com/office/drawing/2014/main" id="{699DD22F-22BD-48F5-8BC3-5A25AB27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[Describe the problem in one sentence]</a:t>
            </a:r>
          </a:p>
        </p:txBody>
      </p:sp>
      <p:sp>
        <p:nvSpPr>
          <p:cNvPr id="7" name="Who is affected?">
            <a:extLst xmlns:a="http://schemas.openxmlformats.org/drawingml/2006/main">
              <a:ext uri="{FF2B5EF4-FFF2-40B4-BE49-F238E27FC236}">
                <a16:creationId xmlns:a16="http://schemas.microsoft.com/office/drawing/2014/main" id="{C225F334-3712-4340-ABB9-CD7E2BE4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Who is affected?</a:t>
            </a:r>
          </a:p>
        </p:txBody>
      </p:sp>
      <p:sp>
        <p:nvSpPr>
          <p:cNvPr id="8" name="Who is affected? response">
            <a:extLst xmlns:a="http://schemas.openxmlformats.org/drawingml/2006/main">
              <a:ext uri="{FF2B5EF4-FFF2-40B4-BE49-F238E27FC236}">
                <a16:creationId xmlns:a16="http://schemas.microsoft.com/office/drawing/2014/main" id="{C85519C9-DCEB-467E-9FC5-0355CC0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[Name the people or group facing it]</a:t>
            </a:r>
          </a:p>
        </p:txBody>
      </p:sp>
      <p:sp>
        <p:nvSpPr>
          <p:cNvPr id="9" name="Why does it matter?">
            <a:extLst xmlns:a="http://schemas.openxmlformats.org/drawingml/2006/main">
              <a:ext uri="{FF2B5EF4-FFF2-40B4-BE49-F238E27FC236}">
                <a16:creationId xmlns:a16="http://schemas.microsoft.com/office/drawing/2014/main" id="{542089DF-015C-481E-9D85-513EF5E3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Why does it matter?</a:t>
            </a:r>
          </a:p>
        </p:txBody>
      </p:sp>
      <p:sp>
        <p:nvSpPr>
          <p:cNvPr id="10" name="Why does it matter? response">
            <a:extLst xmlns:a="http://schemas.openxmlformats.org/drawingml/2006/main">
              <a:ext uri="{FF2B5EF4-FFF2-40B4-BE49-F238E27FC236}">
                <a16:creationId xmlns:a16="http://schemas.microsoft.com/office/drawing/2014/main" id="{B8076D62-80CF-43E0-9ABC-2AA4635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[Explain why this problem needs attention]</a:t>
            </a:r>
          </a:p>
        </p:txBody>
      </p:sp>
    </p:spTree>
    <p:extLst>
      <p:ext uri="{BB962C8B-B14F-4D97-AF65-F5344CB8AC3E}">
        <p14:creationId xmlns:p14="http://schemas.microsoft.com/office/powerpoint/2010/main" val="900613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5C0433-B326-4CFE-A15C-C6C50634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Proposed Solution</a:t>
            </a:r>
          </a:p>
        </p:txBody>
      </p:sp>
      <p:sp>
        <p:nvSpPr>
          <p:cNvPr id="2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53E195F2-CD3C-404C-BCE0-877E4EE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3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650CDF9F-AA24-45C8-AA82-F1EE34E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ECE  /  VVCE, MYSURU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9572D3B-892B-4CE3-8530-C612CFE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03 / 07</a:t>
            </a:r>
          </a:p>
        </p:txBody>
      </p:sp>
      <p:sp>
        <p:nvSpPr>
          <p:cNvPr id="5" name="What is your solution?">
            <a:extLst xmlns:a="http://schemas.openxmlformats.org/drawingml/2006/main">
              <a:ext uri="{FF2B5EF4-FFF2-40B4-BE49-F238E27FC236}">
                <a16:creationId xmlns:a16="http://schemas.microsoft.com/office/drawing/2014/main" id="{68A908CE-8460-4612-B53E-5F31C2C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What is your solution?</a:t>
            </a:r>
          </a:p>
        </p:txBody>
      </p:sp>
      <p:sp>
        <p:nvSpPr>
          <p:cNvPr id="6" name="What is your solution? response">
            <a:extLst xmlns:a="http://schemas.openxmlformats.org/drawingml/2006/main">
              <a:ext uri="{FF2B5EF4-FFF2-40B4-BE49-F238E27FC236}">
                <a16:creationId xmlns:a16="http://schemas.microsoft.com/office/drawing/2014/main" id="{133BC77B-916B-4755-AD7D-96FB227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604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[Summarize your idea]</a:t>
            </a:r>
          </a:p>
        </p:txBody>
      </p:sp>
      <p:sp>
        <p:nvSpPr>
          <p:cNvPr id="7" name="How does it help?">
            <a:extLst xmlns:a="http://schemas.openxmlformats.org/drawingml/2006/main">
              <a:ext uri="{FF2B5EF4-FFF2-40B4-BE49-F238E27FC236}">
                <a16:creationId xmlns:a16="http://schemas.microsoft.com/office/drawing/2014/main" id="{C8404990-03F8-48BD-B9CD-0FF9E3F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How does it help?</a:t>
            </a:r>
          </a:p>
        </p:txBody>
      </p:sp>
      <p:sp>
        <p:nvSpPr>
          <p:cNvPr id="8" name="How does it help? response">
            <a:extLst xmlns:a="http://schemas.openxmlformats.org/drawingml/2006/main">
              <a:ext uri="{FF2B5EF4-FFF2-40B4-BE49-F238E27FC236}">
                <a16:creationId xmlns:a16="http://schemas.microsoft.com/office/drawing/2014/main" id="{429F4533-84C1-4B14-A1BA-F12962F1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04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[Explain how it solves the problem]</a:t>
            </a:r>
          </a:p>
        </p:txBody>
      </p:sp>
      <p:sp>
        <p:nvSpPr>
          <p:cNvPr id="9" name="What is the core idea?">
            <a:extLst xmlns:a="http://schemas.openxmlformats.org/drawingml/2006/main">
              <a:ext uri="{FF2B5EF4-FFF2-40B4-BE49-F238E27FC236}">
                <a16:creationId xmlns:a16="http://schemas.microsoft.com/office/drawing/2014/main" id="{6457C0D9-49CA-4B71-8B23-29E81E84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What is the core idea?</a:t>
            </a:r>
          </a:p>
        </p:txBody>
      </p:sp>
      <p:sp>
        <p:nvSpPr>
          <p:cNvPr id="10" name="What is the core idea? response">
            <a:extLst xmlns:a="http://schemas.openxmlformats.org/drawingml/2006/main">
              <a:ext uri="{FF2B5EF4-FFF2-40B4-BE49-F238E27FC236}">
                <a16:creationId xmlns:a16="http://schemas.microsoft.com/office/drawing/2014/main" id="{600577DA-E0DF-407E-862A-8089416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604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[Highlight the key concept]</a:t>
            </a:r>
          </a:p>
        </p:txBody>
      </p:sp>
      <p:sp>
        <p:nvSpPr>
          <p:cNvPr id="11" name="Optional visual placeholder">
            <a:extLst xmlns:a="http://schemas.openxmlformats.org/drawingml/2006/main">
              <a:ext uri="{FF2B5EF4-FFF2-40B4-BE49-F238E27FC236}">
                <a16:creationId xmlns:a16="http://schemas.microsoft.com/office/drawing/2014/main" id="{1CDF0B41-7FFD-4E7D-9591-23BA6C81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41338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DDE6E8"/>
            </a:solidFill>
          </a:ln>
        </p:spPr>
      </p:sp>
      <p:sp>
        <p:nvSpPr>
          <p:cNvPr id="12" name="Optional visual prompt">
            <a:extLst xmlns:a="http://schemas.openxmlformats.org/drawingml/2006/main">
              <a:ext uri="{FF2B5EF4-FFF2-40B4-BE49-F238E27FC236}">
                <a16:creationId xmlns:a16="http://schemas.microsoft.com/office/drawing/2014/main" id="{BCF9D6D3-65F2-4E6F-9A63-0930A7CC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3562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[Optional image</a:t>
            </a:r>
          </a:p>
          <a:p xmlns:a="http://schemas.openxmlformats.org/drawingml/2006/main">
            <a:pPr algn="ctr">
              <a:def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or simple visual]</a:t>
            </a:r>
          </a:p>
        </p:txBody>
      </p:sp>
    </p:spTree>
    <p:extLst>
      <p:ext uri="{BB962C8B-B14F-4D97-AF65-F5344CB8AC3E}">
        <p14:creationId xmlns:p14="http://schemas.microsoft.com/office/powerpoint/2010/main" val="1106935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479314-8F6E-4C7D-A1CE-366CE6F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How It Works</a:t>
            </a:r>
          </a:p>
        </p:txBody>
      </p:sp>
      <p:sp>
        <p:nvSpPr>
          <p:cNvPr id="2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49179C3A-DFD2-4618-AC8B-E04FBBC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3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00038FFE-D131-40B9-9142-D990779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ECE  /  VVCE, MYSURU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5908072-CD88-4E81-B19A-B7666E5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04 / 07</a:t>
            </a:r>
          </a:p>
        </p:txBody>
      </p:sp>
      <p:sp>
        <p:nvSpPr>
          <p:cNvPr id="5" name="Working summary">
            <a:extLst xmlns:a="http://schemas.openxmlformats.org/drawingml/2006/main">
              <a:ext uri="{FF2B5EF4-FFF2-40B4-BE49-F238E27FC236}">
                <a16:creationId xmlns:a16="http://schemas.microsoft.com/office/drawing/2014/main" id="{C3B965E9-96D3-4B04-B032-8FF1539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0744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[Explain the basic working in one sentence]</a:t>
            </a:r>
          </a:p>
        </p:txBody>
      </p:sp>
      <p:sp>
        <p:nvSpPr>
          <p:cNvPr id="6" name="Step number 0">
            <a:extLst xmlns:a="http://schemas.openxmlformats.org/drawingml/2006/main">
              <a:ext uri="{FF2B5EF4-FFF2-40B4-BE49-F238E27FC236}">
                <a16:creationId xmlns:a16="http://schemas.microsoft.com/office/drawing/2014/main" id="{BE648E83-A677-465D-BF5A-121723AA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Step title 0">
            <a:extLst xmlns:a="http://schemas.openxmlformats.org/drawingml/2006/main">
              <a:ext uri="{FF2B5EF4-FFF2-40B4-BE49-F238E27FC236}">
                <a16:creationId xmlns:a16="http://schemas.microsoft.com/office/drawing/2014/main" id="{EA78616B-8F4B-4913-B77A-C8D3852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[Step 1]</a:t>
            </a:r>
          </a:p>
        </p:txBody>
      </p:sp>
      <p:sp>
        <p:nvSpPr>
          <p:cNvPr id="8" name="Step explanation 0">
            <a:extLst xmlns:a="http://schemas.openxmlformats.org/drawingml/2006/main">
              <a:ext uri="{FF2B5EF4-FFF2-40B4-BE49-F238E27FC236}">
                <a16:creationId xmlns:a16="http://schemas.microsoft.com/office/drawing/2014/main" id="{FCDE1255-1AE7-4BCF-BD5A-856D907E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[What happens here?]</a:t>
            </a:r>
          </a:p>
        </p:txBody>
      </p:sp>
      <p:sp>
        <p:nvSpPr>
          <p:cNvPr id="9" name="Step number 1">
            <a:extLst xmlns:a="http://schemas.openxmlformats.org/drawingml/2006/main">
              <a:ext uri="{FF2B5EF4-FFF2-40B4-BE49-F238E27FC236}">
                <a16:creationId xmlns:a16="http://schemas.microsoft.com/office/drawing/2014/main" id="{08EF02CA-EE2E-48A9-A3E6-9EDCC623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Step title 1">
            <a:extLst xmlns:a="http://schemas.openxmlformats.org/drawingml/2006/main">
              <a:ext uri="{FF2B5EF4-FFF2-40B4-BE49-F238E27FC236}">
                <a16:creationId xmlns:a16="http://schemas.microsoft.com/office/drawing/2014/main" id="{5D7B5E34-EB8F-45FC-81E0-DDC1811C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[Step 2]</a:t>
            </a:r>
          </a:p>
        </p:txBody>
      </p:sp>
      <p:sp>
        <p:nvSpPr>
          <p:cNvPr id="11" name="Step explanation 1">
            <a:extLst xmlns:a="http://schemas.openxmlformats.org/drawingml/2006/main">
              <a:ext uri="{FF2B5EF4-FFF2-40B4-BE49-F238E27FC236}">
                <a16:creationId xmlns:a16="http://schemas.microsoft.com/office/drawing/2014/main" id="{0F9E28B4-F261-45DB-AFB8-729F600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291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[What happens here?]</a:t>
            </a:r>
          </a:p>
        </p:txBody>
      </p:sp>
      <p:sp>
        <p:nvSpPr>
          <p:cNvPr id="12" name="Step number 2">
            <a:extLst xmlns:a="http://schemas.openxmlformats.org/drawingml/2006/main">
              <a:ext uri="{FF2B5EF4-FFF2-40B4-BE49-F238E27FC236}">
                <a16:creationId xmlns:a16="http://schemas.microsoft.com/office/drawing/2014/main" id="{25E85928-B2C2-4B87-913C-E337427E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0A4B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Step title 2">
            <a:extLst xmlns:a="http://schemas.openxmlformats.org/drawingml/2006/main">
              <a:ext uri="{FF2B5EF4-FFF2-40B4-BE49-F238E27FC236}">
                <a16:creationId xmlns:a16="http://schemas.microsoft.com/office/drawing/2014/main" id="{D573B5F0-E687-49EC-B8DE-37F065C3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[Step 3]</a:t>
            </a:r>
          </a:p>
        </p:txBody>
      </p:sp>
      <p:sp>
        <p:nvSpPr>
          <p:cNvPr id="14" name="Step explanation 2">
            <a:extLst xmlns:a="http://schemas.openxmlformats.org/drawingml/2006/main">
              <a:ext uri="{FF2B5EF4-FFF2-40B4-BE49-F238E27FC236}">
                <a16:creationId xmlns:a16="http://schemas.microsoft.com/office/drawing/2014/main" id="{63338F98-AAF0-424D-A514-F36F0A22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[What happens here?]</a:t>
            </a:r>
          </a:p>
        </p:txBody>
      </p:sp>
    </p:spTree>
    <p:extLst>
      <p:ext uri="{BB962C8B-B14F-4D97-AF65-F5344CB8AC3E}">
        <p14:creationId xmlns:p14="http://schemas.microsoft.com/office/powerpoint/2010/main" val="1750919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361143-9354-44A3-B99F-3B9C7B3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Innovation &amp; Impact</a:t>
            </a:r>
          </a:p>
        </p:txBody>
      </p:sp>
      <p:sp>
        <p:nvSpPr>
          <p:cNvPr id="2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651A48D8-3ADC-479D-9933-A9105A8B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3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79B2E636-64BE-4139-8DC3-14851E3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ECE  /  VVCE, MYSURU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C86711-D628-4FCB-942C-5AA135D9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05 / 07</a:t>
            </a:r>
          </a:p>
        </p:txBody>
      </p:sp>
      <p:sp>
        <p:nvSpPr>
          <p:cNvPr id="5" name="What makes it innovative or useful?">
            <a:extLst xmlns:a="http://schemas.openxmlformats.org/drawingml/2006/main">
              <a:ext uri="{FF2B5EF4-FFF2-40B4-BE49-F238E27FC236}">
                <a16:creationId xmlns:a16="http://schemas.microsoft.com/office/drawing/2014/main" id="{F21B0D72-6A3F-48B8-975F-B4DEC14E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What makes it innovative or useful?</a:t>
            </a:r>
          </a:p>
        </p:txBody>
      </p:sp>
      <p:sp>
        <p:nvSpPr>
          <p:cNvPr id="6" name="What makes it innovative or useful? response">
            <a:extLst xmlns:a="http://schemas.openxmlformats.org/drawingml/2006/main">
              <a:ext uri="{FF2B5EF4-FFF2-40B4-BE49-F238E27FC236}">
                <a16:creationId xmlns:a16="http://schemas.microsoft.com/office/drawing/2014/main" id="{25B87954-1292-4E70-AF3C-3353897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681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[Describe the value of your idea]</a:t>
            </a:r>
          </a:p>
        </p:txBody>
      </p:sp>
      <p:sp>
        <p:nvSpPr>
          <p:cNvPr id="7" name="Who benefits?">
            <a:extLst xmlns:a="http://schemas.openxmlformats.org/drawingml/2006/main">
              <a:ext uri="{FF2B5EF4-FFF2-40B4-BE49-F238E27FC236}">
                <a16:creationId xmlns:a16="http://schemas.microsoft.com/office/drawing/2014/main" id="{03B6E8D7-EB98-4185-B40C-6B9727D5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Who benefits?</a:t>
            </a:r>
          </a:p>
        </p:txBody>
      </p:sp>
      <p:sp>
        <p:nvSpPr>
          <p:cNvPr id="8" name="Who benefits? response">
            <a:extLst xmlns:a="http://schemas.openxmlformats.org/drawingml/2006/main">
              <a:ext uri="{FF2B5EF4-FFF2-40B4-BE49-F238E27FC236}">
                <a16:creationId xmlns:a16="http://schemas.microsoft.com/office/drawing/2014/main" id="{F1CF18A5-06C0-4D2B-9EA8-D06AFF3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81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[Identify your intended users]</a:t>
            </a:r>
          </a:p>
        </p:txBody>
      </p:sp>
      <p:sp>
        <p:nvSpPr>
          <p:cNvPr id="9" name="What impact could it create?">
            <a:extLst xmlns:a="http://schemas.openxmlformats.org/drawingml/2006/main">
              <a:ext uri="{FF2B5EF4-FFF2-40B4-BE49-F238E27FC236}">
                <a16:creationId xmlns:a16="http://schemas.microsoft.com/office/drawing/2014/main" id="{D560C620-53EF-414B-BF73-38766E29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What impact could it create?</a:t>
            </a:r>
          </a:p>
        </p:txBody>
      </p:sp>
      <p:sp>
        <p:nvSpPr>
          <p:cNvPr id="10" name="What impact could it create? response">
            <a:extLst xmlns:a="http://schemas.openxmlformats.org/drawingml/2006/main">
              <a:ext uri="{FF2B5EF4-FFF2-40B4-BE49-F238E27FC236}">
                <a16:creationId xmlns:a16="http://schemas.microsoft.com/office/drawing/2014/main" id="{BD0E42D8-886B-4B5E-88A4-4DE01DA3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681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[Describe the expected change]</a:t>
            </a:r>
          </a:p>
        </p:txBody>
      </p:sp>
      <p:sp>
        <p:nvSpPr>
          <p:cNvPr id="11" name="Optional visual placeholder">
            <a:extLst xmlns:a="http://schemas.openxmlformats.org/drawingml/2006/main">
              <a:ext uri="{FF2B5EF4-FFF2-40B4-BE49-F238E27FC236}">
                <a16:creationId xmlns:a16="http://schemas.microsoft.com/office/drawing/2014/main" id="{1BCBAC2A-B95A-4220-8F77-FB2A4355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95575"/>
            <a:ext cx="32575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DDE6E8"/>
            </a:solidFill>
          </a:ln>
        </p:spPr>
      </p:sp>
      <p:sp>
        <p:nvSpPr>
          <p:cNvPr id="12" name="Optional visual prompt">
            <a:extLst xmlns:a="http://schemas.openxmlformats.org/drawingml/2006/main">
              <a:ext uri="{FF2B5EF4-FFF2-40B4-BE49-F238E27FC236}">
                <a16:creationId xmlns:a16="http://schemas.microsoft.com/office/drawing/2014/main" id="{883D8191-F27E-411B-B9A6-F78474B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48075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[Optional statistic</a:t>
            </a:r>
          </a:p>
          <a:p xmlns:a="http://schemas.openxmlformats.org/drawingml/2006/main">
            <a:pPr algn="ctr">
              <a:def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or small visual]</a:t>
            </a:r>
          </a:p>
        </p:txBody>
      </p:sp>
    </p:spTree>
    <p:extLst>
      <p:ext uri="{BB962C8B-B14F-4D97-AF65-F5344CB8AC3E}">
        <p14:creationId xmlns:p14="http://schemas.microsoft.com/office/powerpoint/2010/main" val="8710692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7A30CD-5B6B-418C-AC0D-754F59E2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74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Future Scope</a:t>
            </a:r>
          </a:p>
        </p:txBody>
      </p:sp>
      <p:sp>
        <p:nvSpPr>
          <p:cNvPr id="2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02662F8E-E085-4AC1-8348-66BC141E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3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87A19BA2-2BA0-4631-BE4B-7353D493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ECE  /  VVCE, MYSURU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EC47ACC-6761-4E82-8CDA-479504D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06 / 07</a:t>
            </a:r>
          </a:p>
        </p:txBody>
      </p:sp>
      <p:sp>
        <p:nvSpPr>
          <p:cNvPr id="5" name="Future label 0">
            <a:extLst xmlns:a="http://schemas.openxmlformats.org/drawingml/2006/main">
              <a:ext uri="{FF2B5EF4-FFF2-40B4-BE49-F238E27FC236}">
                <a16:creationId xmlns:a16="http://schemas.microsoft.com/office/drawing/2014/main" id="{44ABEFA9-202F-4F08-B694-2161884E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Possible improvements</a:t>
            </a:r>
          </a:p>
        </p:txBody>
      </p:sp>
      <p:sp>
        <p:nvSpPr>
          <p:cNvPr id="6" name="Future response 0">
            <a:extLst xmlns:a="http://schemas.openxmlformats.org/drawingml/2006/main">
              <a:ext uri="{FF2B5EF4-FFF2-40B4-BE49-F238E27FC236}">
                <a16:creationId xmlns:a16="http://schemas.microsoft.com/office/drawing/2014/main" id="{5B3DDCE3-17B1-45EE-B7ED-BC97007E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[What could be improved?]</a:t>
            </a:r>
          </a:p>
        </p:txBody>
      </p:sp>
      <p:sp>
        <p:nvSpPr>
          <p:cNvPr id="7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A838FD01-0705-4575-A7DA-CF8E0022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8" name="Future label 1">
            <a:extLst xmlns:a="http://schemas.openxmlformats.org/drawingml/2006/main">
              <a:ext uri="{FF2B5EF4-FFF2-40B4-BE49-F238E27FC236}">
                <a16:creationId xmlns:a16="http://schemas.microsoft.com/office/drawing/2014/main" id="{0A7E0F96-3424-4107-8B26-8465AC97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Future applications</a:t>
            </a:r>
          </a:p>
        </p:txBody>
      </p:sp>
      <p:sp>
        <p:nvSpPr>
          <p:cNvPr id="9" name="Future response 1">
            <a:extLst xmlns:a="http://schemas.openxmlformats.org/drawingml/2006/main">
              <a:ext uri="{FF2B5EF4-FFF2-40B4-BE49-F238E27FC236}">
                <a16:creationId xmlns:a16="http://schemas.microsoft.com/office/drawing/2014/main" id="{74A8C121-DE6E-4550-8A4C-4098E0A6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52775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[Where else could it be useful?]</a:t>
            </a:r>
          </a:p>
        </p:txBody>
      </p:sp>
      <p:sp>
        <p:nvSpPr>
          <p:cNvPr id="10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DE7A8C79-7408-461E-9710-1EE0510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11" name="Future label 2">
            <a:extLst xmlns:a="http://schemas.openxmlformats.org/drawingml/2006/main">
              <a:ext uri="{FF2B5EF4-FFF2-40B4-BE49-F238E27FC236}">
                <a16:creationId xmlns:a16="http://schemas.microsoft.com/office/drawing/2014/main" id="{59F25F17-4150-4B7E-ACDD-41C32A9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Ways to expand</a:t>
            </a:r>
          </a:p>
        </p:txBody>
      </p:sp>
      <p:sp>
        <p:nvSpPr>
          <p:cNvPr id="12" name="Future response 2">
            <a:extLst xmlns:a="http://schemas.openxmlformats.org/drawingml/2006/main">
              <a:ext uri="{FF2B5EF4-FFF2-40B4-BE49-F238E27FC236}">
                <a16:creationId xmlns:a16="http://schemas.microsoft.com/office/drawing/2014/main" id="{E90C556F-4E8E-47A2-995A-202848AE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67175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[How could it reach more people?]</a:t>
            </a:r>
          </a:p>
        </p:txBody>
      </p:sp>
      <p:sp>
        <p:nvSpPr>
          <p:cNvPr id="13" name="Layout divider">
            <a:extLst xmlns:a="http://schemas.openxmlformats.org/drawingml/2006/main">
              <a:ext uri="{FF2B5EF4-FFF2-40B4-BE49-F238E27FC236}">
                <a16:creationId xmlns:a16="http://schemas.microsoft.com/office/drawing/2014/main" id="{F62925FB-3CA3-4E96-86CD-DE98515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8"/>
          </a:solidFill>
          <a:ln xmlns:a="http://schemas.openxmlformats.org/drawingml/2006/main" w="0">
            <a:noFill/>
          </a:ln>
        </p:spPr>
      </p:sp>
      <p:sp>
        <p:nvSpPr>
          <p:cNvPr id="14" name="Future label 3">
            <a:extLst xmlns:a="http://schemas.openxmlformats.org/drawingml/2006/main">
              <a:ext uri="{FF2B5EF4-FFF2-40B4-BE49-F238E27FC236}">
                <a16:creationId xmlns:a16="http://schemas.microsoft.com/office/drawing/2014/main" id="{B55D1927-59E0-459B-BFEA-665D5038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242C"/>
                </a:solidFill>
                <a:latin typeface="DejaVu Sans"/>
                <a:ea typeface="DejaVu Sans"/>
                <a:cs typeface="DejaVu Sans"/>
              </a:rPr>
              <a:t>Further development</a:t>
            </a:r>
          </a:p>
        </p:txBody>
      </p:sp>
      <p:sp>
        <p:nvSpPr>
          <p:cNvPr id="15" name="Future response 3">
            <a:extLst xmlns:a="http://schemas.openxmlformats.org/drawingml/2006/main">
              <a:ext uri="{FF2B5EF4-FFF2-40B4-BE49-F238E27FC236}">
                <a16:creationId xmlns:a16="http://schemas.microsoft.com/office/drawing/2014/main" id="{CB95215F-B729-480B-B976-23E60BD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613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77F"/>
                </a:solidFill>
                <a:latin typeface="DejaVu Sans"/>
                <a:ea typeface="DejaVu Sans"/>
                <a:cs typeface="DejaVu Sans"/>
              </a:rPr>
              <a:t>[What could come next?]</a:t>
            </a:r>
          </a:p>
        </p:txBody>
      </p:sp>
    </p:spTree>
    <p:extLst>
      <p:ext uri="{BB962C8B-B14F-4D97-AF65-F5344CB8AC3E}">
        <p14:creationId xmlns:p14="http://schemas.microsoft.com/office/powerpoint/2010/main" val="1899599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7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HANK YOU">
            <a:extLst xmlns:a="http://schemas.openxmlformats.org/drawingml/2006/main">
              <a:ext uri="{FF2B5EF4-FFF2-40B4-BE49-F238E27FC236}">
                <a16:creationId xmlns:a16="http://schemas.microsoft.com/office/drawing/2014/main" id="{7B557CAC-AC90-4232-801B-0D9219B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107442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00" b="1">
                <a:solidFill>
                  <a:srgbClr val="43D5E8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43D5E8"/>
                </a:solidFill>
                <a:latin typeface="DejaVu Sans"/>
                <a:ea typeface="DejaVu Sans"/>
                <a:cs typeface="DejaVu San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7436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2026-09-29T17:53:35.9210000Z</dcterms:created>
  <dcterms:modified xsi:type="dcterms:W3CDTF">2026-09-29T17:53:35.9210000Z</dcterms:modified>
</coreProperties>
</file>