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rgbClr val="FF751F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89230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rgbClr val="FF751F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89230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rgbClr val="FF751F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89230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rgbClr val="FF751F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89230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89230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020019" y="188867"/>
            <a:ext cx="3086099" cy="17335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3681" y="154509"/>
            <a:ext cx="1733549" cy="195262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2389708"/>
            <a:ext cx="18288000" cy="75628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15146" y="472621"/>
            <a:ext cx="9556750" cy="127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rgbClr val="FF751F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6326" y="2634468"/>
            <a:ext cx="16515715" cy="664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708647" y="9919612"/>
            <a:ext cx="7355619" cy="41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89230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9167" y="377951"/>
            <a:ext cx="11286744" cy="12954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280073" y="370831"/>
            <a:ext cx="11128375" cy="1802764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9180"/>
              </a:lnSpc>
              <a:spcBef>
                <a:spcPts val="115"/>
              </a:spcBef>
            </a:pPr>
            <a:r>
              <a:rPr dirty="0" sz="8150" spc="130">
                <a:solidFill>
                  <a:srgbClr val="003579"/>
                </a:solidFill>
              </a:rPr>
              <a:t>N</a:t>
            </a:r>
            <a:r>
              <a:rPr dirty="0" sz="8150" spc="210">
                <a:solidFill>
                  <a:srgbClr val="003579"/>
                </a:solidFill>
              </a:rPr>
              <a:t>E</a:t>
            </a:r>
            <a:r>
              <a:rPr dirty="0" sz="8150" spc="150">
                <a:solidFill>
                  <a:srgbClr val="003579"/>
                </a:solidFill>
              </a:rPr>
              <a:t>X</a:t>
            </a:r>
            <a:r>
              <a:rPr dirty="0" sz="8150" spc="710">
                <a:solidFill>
                  <a:srgbClr val="003579"/>
                </a:solidFill>
              </a:rPr>
              <a:t>T</a:t>
            </a:r>
            <a:r>
              <a:rPr dirty="0" sz="8150" spc="-1260">
                <a:solidFill>
                  <a:srgbClr val="003579"/>
                </a:solidFill>
              </a:rPr>
              <a:t> </a:t>
            </a:r>
            <a:r>
              <a:rPr dirty="0" sz="8150" spc="-400">
                <a:solidFill>
                  <a:srgbClr val="003579"/>
                </a:solidFill>
              </a:rPr>
              <a:t>G</a:t>
            </a:r>
            <a:r>
              <a:rPr dirty="0" sz="8150" spc="-290">
                <a:solidFill>
                  <a:srgbClr val="003579"/>
                </a:solidFill>
              </a:rPr>
              <a:t>E</a:t>
            </a:r>
            <a:r>
              <a:rPr dirty="0" sz="8150" spc="210">
                <a:solidFill>
                  <a:srgbClr val="003579"/>
                </a:solidFill>
              </a:rPr>
              <a:t>N</a:t>
            </a:r>
            <a:r>
              <a:rPr dirty="0" sz="8150" spc="-1260">
                <a:solidFill>
                  <a:srgbClr val="003579"/>
                </a:solidFill>
              </a:rPr>
              <a:t> </a:t>
            </a:r>
            <a:r>
              <a:rPr dirty="0" sz="8150" spc="-25"/>
              <a:t>B</a:t>
            </a:r>
            <a:r>
              <a:rPr dirty="0" sz="8150" spc="-45"/>
              <a:t>U</a:t>
            </a:r>
            <a:r>
              <a:rPr dirty="0" sz="8150" spc="-120"/>
              <a:t>I</a:t>
            </a:r>
            <a:r>
              <a:rPr dirty="0" sz="8150" spc="-10"/>
              <a:t>L</a:t>
            </a:r>
            <a:r>
              <a:rPr dirty="0" sz="8150" spc="-285"/>
              <a:t>D</a:t>
            </a:r>
            <a:r>
              <a:rPr dirty="0" sz="8150" spc="-894"/>
              <a:t>A</a:t>
            </a:r>
            <a:r>
              <a:rPr dirty="0" sz="8150" spc="75"/>
              <a:t>T</a:t>
            </a:r>
            <a:r>
              <a:rPr dirty="0" sz="8150" spc="-70"/>
              <a:t>H</a:t>
            </a:r>
            <a:r>
              <a:rPr dirty="0" sz="8150" spc="-140"/>
              <a:t>O</a:t>
            </a:r>
            <a:r>
              <a:rPr dirty="0" sz="8150" spc="470"/>
              <a:t>N</a:t>
            </a:r>
            <a:endParaRPr sz="8150"/>
          </a:p>
          <a:p>
            <a:pPr algn="ctr" marL="326390">
              <a:lnSpc>
                <a:spcPts val="4800"/>
              </a:lnSpc>
            </a:pPr>
            <a:r>
              <a:rPr dirty="0" sz="4500" spc="-55" b="0">
                <a:solidFill>
                  <a:srgbClr val="0A437C"/>
                </a:solidFill>
                <a:latin typeface="Calibri"/>
                <a:cs typeface="Calibri"/>
              </a:rPr>
              <a:t>CHAPTER-</a:t>
            </a:r>
            <a:r>
              <a:rPr dirty="0" sz="4500" spc="-190" b="0">
                <a:solidFill>
                  <a:srgbClr val="0A437C"/>
                </a:solidFill>
                <a:latin typeface="Calibri"/>
                <a:cs typeface="Calibri"/>
              </a:rPr>
              <a:t> </a:t>
            </a:r>
            <a:r>
              <a:rPr dirty="0" sz="4500" spc="-50" b="0">
                <a:solidFill>
                  <a:srgbClr val="0A437C"/>
                </a:solidFill>
                <a:latin typeface="Calibri"/>
                <a:cs typeface="Calibri"/>
              </a:rPr>
              <a:t>2</a:t>
            </a:r>
            <a:endParaRPr sz="45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2515" y="3305514"/>
            <a:ext cx="114300" cy="1143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03737" y="3021374"/>
            <a:ext cx="1255839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7407" sz="5625" b="1">
                <a:solidFill>
                  <a:srgbClr val="00163C"/>
                </a:solidFill>
                <a:latin typeface="Times New Roman"/>
                <a:cs typeface="Times New Roman"/>
              </a:rPr>
              <a:t>TEAM</a:t>
            </a:r>
            <a:r>
              <a:rPr dirty="0" baseline="7407" sz="5625" spc="-22" b="1">
                <a:solidFill>
                  <a:srgbClr val="00163C"/>
                </a:solidFill>
                <a:latin typeface="Times New Roman"/>
                <a:cs typeface="Times New Roman"/>
              </a:rPr>
              <a:t> </a:t>
            </a:r>
            <a:r>
              <a:rPr dirty="0" baseline="7407" sz="5625" spc="120" b="1">
                <a:solidFill>
                  <a:srgbClr val="00163C"/>
                </a:solidFill>
                <a:latin typeface="Times New Roman"/>
                <a:cs typeface="Times New Roman"/>
              </a:rPr>
              <a:t>ID</a:t>
            </a:r>
            <a:r>
              <a:rPr dirty="0" baseline="7407" sz="5625" spc="-15" b="1">
                <a:solidFill>
                  <a:srgbClr val="00163C"/>
                </a:solidFill>
                <a:latin typeface="Times New Roman"/>
                <a:cs typeface="Times New Roman"/>
              </a:rPr>
              <a:t> </a:t>
            </a:r>
            <a:r>
              <a:rPr dirty="0" baseline="7407" sz="5625" b="1">
                <a:solidFill>
                  <a:srgbClr val="00163C"/>
                </a:solidFill>
                <a:latin typeface="Times New Roman"/>
                <a:cs typeface="Times New Roman"/>
              </a:rPr>
              <a:t>:</a:t>
            </a:r>
            <a:r>
              <a:rPr dirty="0" baseline="7407" sz="5625" spc="780" b="1">
                <a:solidFill>
                  <a:srgbClr val="00163C"/>
                </a:solidFill>
                <a:latin typeface="Times New Roman"/>
                <a:cs typeface="Times New Roman"/>
              </a:rPr>
              <a:t> </a:t>
            </a:r>
            <a:r>
              <a:rPr dirty="0" sz="3900">
                <a:latin typeface="Gill Sans MT"/>
                <a:cs typeface="Gill Sans MT"/>
              </a:rPr>
              <a:t>(Team</a:t>
            </a:r>
            <a:r>
              <a:rPr dirty="0" sz="3900" spc="-70">
                <a:latin typeface="Gill Sans MT"/>
                <a:cs typeface="Gill Sans MT"/>
              </a:rPr>
              <a:t> </a:t>
            </a:r>
            <a:r>
              <a:rPr dirty="0" sz="3900" spc="105">
                <a:latin typeface="Gill Sans MT"/>
                <a:cs typeface="Gill Sans MT"/>
              </a:rPr>
              <a:t>ID's</a:t>
            </a:r>
            <a:r>
              <a:rPr dirty="0" sz="3900" spc="-65">
                <a:latin typeface="Gill Sans MT"/>
                <a:cs typeface="Gill Sans MT"/>
              </a:rPr>
              <a:t> </a:t>
            </a:r>
            <a:r>
              <a:rPr dirty="0" sz="3900" spc="50">
                <a:latin typeface="Gill Sans MT"/>
                <a:cs typeface="Gill Sans MT"/>
              </a:rPr>
              <a:t>will</a:t>
            </a:r>
            <a:r>
              <a:rPr dirty="0" sz="3900" spc="-70">
                <a:latin typeface="Gill Sans MT"/>
                <a:cs typeface="Gill Sans MT"/>
              </a:rPr>
              <a:t> </a:t>
            </a:r>
            <a:r>
              <a:rPr dirty="0" sz="3900" spc="150">
                <a:latin typeface="Gill Sans MT"/>
                <a:cs typeface="Gill Sans MT"/>
              </a:rPr>
              <a:t>be</a:t>
            </a:r>
            <a:r>
              <a:rPr dirty="0" sz="3900" spc="-65">
                <a:latin typeface="Gill Sans MT"/>
                <a:cs typeface="Gill Sans MT"/>
              </a:rPr>
              <a:t> </a:t>
            </a:r>
            <a:r>
              <a:rPr dirty="0" sz="3900" spc="95">
                <a:latin typeface="Gill Sans MT"/>
                <a:cs typeface="Gill Sans MT"/>
              </a:rPr>
              <a:t>sent</a:t>
            </a:r>
            <a:r>
              <a:rPr dirty="0" sz="3900" spc="-65">
                <a:latin typeface="Gill Sans MT"/>
                <a:cs typeface="Gill Sans MT"/>
              </a:rPr>
              <a:t> </a:t>
            </a:r>
            <a:r>
              <a:rPr dirty="0" sz="3900">
                <a:latin typeface="Gill Sans MT"/>
                <a:cs typeface="Gill Sans MT"/>
              </a:rPr>
              <a:t>to</a:t>
            </a:r>
            <a:r>
              <a:rPr dirty="0" sz="3900" spc="-65">
                <a:latin typeface="Gill Sans MT"/>
                <a:cs typeface="Gill Sans MT"/>
              </a:rPr>
              <a:t> </a:t>
            </a:r>
            <a:r>
              <a:rPr dirty="0" sz="3900" spc="135">
                <a:latin typeface="Gill Sans MT"/>
                <a:cs typeface="Gill Sans MT"/>
              </a:rPr>
              <a:t>team</a:t>
            </a:r>
            <a:r>
              <a:rPr dirty="0" sz="3900" spc="-70">
                <a:latin typeface="Gill Sans MT"/>
                <a:cs typeface="Gill Sans MT"/>
              </a:rPr>
              <a:t> </a:t>
            </a:r>
            <a:r>
              <a:rPr dirty="0" sz="3900" spc="95">
                <a:latin typeface="Gill Sans MT"/>
                <a:cs typeface="Gill Sans MT"/>
              </a:rPr>
              <a:t>leader’s</a:t>
            </a:r>
            <a:r>
              <a:rPr dirty="0" sz="3900" spc="-65">
                <a:latin typeface="Gill Sans MT"/>
                <a:cs typeface="Gill Sans MT"/>
              </a:rPr>
              <a:t> </a:t>
            </a:r>
            <a:r>
              <a:rPr dirty="0" sz="3900" spc="135">
                <a:latin typeface="Gill Sans MT"/>
                <a:cs typeface="Gill Sans MT"/>
              </a:rPr>
              <a:t>email).</a:t>
            </a:r>
            <a:endParaRPr sz="390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2515" y="4414605"/>
            <a:ext cx="114300" cy="1143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29137" y="4085485"/>
            <a:ext cx="3338195" cy="599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750" b="1">
                <a:solidFill>
                  <a:srgbClr val="00163C"/>
                </a:solidFill>
                <a:latin typeface="Times New Roman"/>
                <a:cs typeface="Times New Roman"/>
              </a:rPr>
              <a:t>TEAM</a:t>
            </a:r>
            <a:r>
              <a:rPr dirty="0" sz="3750" spc="60" b="1">
                <a:solidFill>
                  <a:srgbClr val="00163C"/>
                </a:solidFill>
                <a:latin typeface="Times New Roman"/>
                <a:cs typeface="Times New Roman"/>
              </a:rPr>
              <a:t> </a:t>
            </a:r>
            <a:r>
              <a:rPr dirty="0" sz="3750" spc="50" b="1">
                <a:solidFill>
                  <a:srgbClr val="00163C"/>
                </a:solidFill>
                <a:latin typeface="Times New Roman"/>
                <a:cs typeface="Times New Roman"/>
              </a:rPr>
              <a:t>NAME</a:t>
            </a:r>
            <a:r>
              <a:rPr dirty="0" sz="3750" spc="55" b="1">
                <a:solidFill>
                  <a:srgbClr val="00163C"/>
                </a:solidFill>
                <a:latin typeface="Times New Roman"/>
                <a:cs typeface="Times New Roman"/>
              </a:rPr>
              <a:t> </a:t>
            </a:r>
            <a:r>
              <a:rPr dirty="0" sz="3750" spc="-50" b="1">
                <a:solidFill>
                  <a:srgbClr val="00163C"/>
                </a:solidFill>
                <a:latin typeface="Times New Roman"/>
                <a:cs typeface="Times New Roman"/>
              </a:rPr>
              <a:t>: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4565" y="4101326"/>
            <a:ext cx="1206246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70">
                <a:latin typeface="Gill Sans MT"/>
                <a:cs typeface="Gill Sans MT"/>
              </a:rPr>
              <a:t>(Mention</a:t>
            </a:r>
            <a:r>
              <a:rPr dirty="0" sz="3900" spc="-45">
                <a:latin typeface="Gill Sans MT"/>
                <a:cs typeface="Gill Sans MT"/>
              </a:rPr>
              <a:t> </a:t>
            </a:r>
            <a:r>
              <a:rPr dirty="0" sz="3900" spc="85">
                <a:latin typeface="Gill Sans MT"/>
                <a:cs typeface="Gill Sans MT"/>
              </a:rPr>
              <a:t>the</a:t>
            </a:r>
            <a:r>
              <a:rPr dirty="0" sz="3900" spc="-40">
                <a:latin typeface="Gill Sans MT"/>
                <a:cs typeface="Gill Sans MT"/>
              </a:rPr>
              <a:t> </a:t>
            </a:r>
            <a:r>
              <a:rPr dirty="0" sz="3900" spc="190">
                <a:latin typeface="Gill Sans MT"/>
                <a:cs typeface="Gill Sans MT"/>
              </a:rPr>
              <a:t>name</a:t>
            </a:r>
            <a:r>
              <a:rPr dirty="0" sz="3900" spc="-45">
                <a:latin typeface="Gill Sans MT"/>
                <a:cs typeface="Gill Sans MT"/>
              </a:rPr>
              <a:t> </a:t>
            </a:r>
            <a:r>
              <a:rPr dirty="0" sz="3900" spc="75">
                <a:latin typeface="Gill Sans MT"/>
                <a:cs typeface="Gill Sans MT"/>
              </a:rPr>
              <a:t>exactly</a:t>
            </a:r>
            <a:r>
              <a:rPr dirty="0" sz="3900" spc="-40">
                <a:latin typeface="Gill Sans MT"/>
                <a:cs typeface="Gill Sans MT"/>
              </a:rPr>
              <a:t> </a:t>
            </a:r>
            <a:r>
              <a:rPr dirty="0" sz="3900" spc="204">
                <a:latin typeface="Gill Sans MT"/>
                <a:cs typeface="Gill Sans MT"/>
              </a:rPr>
              <a:t>as</a:t>
            </a:r>
            <a:r>
              <a:rPr dirty="0" sz="3900" spc="-45">
                <a:latin typeface="Gill Sans MT"/>
                <a:cs typeface="Gill Sans MT"/>
              </a:rPr>
              <a:t> </a:t>
            </a:r>
            <a:r>
              <a:rPr dirty="0" sz="3900" spc="75">
                <a:latin typeface="Gill Sans MT"/>
                <a:cs typeface="Gill Sans MT"/>
              </a:rPr>
              <a:t>registered</a:t>
            </a:r>
            <a:r>
              <a:rPr dirty="0" sz="3900" spc="-40">
                <a:latin typeface="Gill Sans MT"/>
                <a:cs typeface="Gill Sans MT"/>
              </a:rPr>
              <a:t> </a:t>
            </a:r>
            <a:r>
              <a:rPr dirty="0" sz="3900" spc="60">
                <a:latin typeface="Gill Sans MT"/>
                <a:cs typeface="Gill Sans MT"/>
              </a:rPr>
              <a:t>on</a:t>
            </a:r>
            <a:r>
              <a:rPr dirty="0" sz="3900" spc="-45">
                <a:latin typeface="Gill Sans MT"/>
                <a:cs typeface="Gill Sans MT"/>
              </a:rPr>
              <a:t> </a:t>
            </a:r>
            <a:r>
              <a:rPr dirty="0" sz="3900" spc="85">
                <a:latin typeface="Gill Sans MT"/>
                <a:cs typeface="Gill Sans MT"/>
              </a:rPr>
              <a:t>the</a:t>
            </a:r>
            <a:r>
              <a:rPr dirty="0" sz="3900" spc="-40">
                <a:latin typeface="Gill Sans MT"/>
                <a:cs typeface="Gill Sans MT"/>
              </a:rPr>
              <a:t> </a:t>
            </a:r>
            <a:r>
              <a:rPr dirty="0" sz="3900" spc="65">
                <a:latin typeface="Gill Sans MT"/>
                <a:cs typeface="Gill Sans MT"/>
              </a:rPr>
              <a:t>website).</a:t>
            </a:r>
            <a:endParaRPr sz="3900">
              <a:latin typeface="Gill Sans MT"/>
              <a:cs typeface="Gill Sans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0743" y="5271336"/>
            <a:ext cx="114300" cy="1143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57365" y="4942216"/>
            <a:ext cx="2288540" cy="599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750" spc="75" b="1">
                <a:latin typeface="Times New Roman"/>
                <a:cs typeface="Times New Roman"/>
              </a:rPr>
              <a:t>DOMAIN</a:t>
            </a:r>
            <a:r>
              <a:rPr dirty="0" sz="3750" spc="75">
                <a:latin typeface="Arial"/>
                <a:cs typeface="Arial"/>
              </a:rPr>
              <a:t>:</a:t>
            </a:r>
            <a:endParaRPr sz="37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50912" y="4961469"/>
            <a:ext cx="13355955" cy="108648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43510" marR="5080" indent="-131445">
              <a:lnSpc>
                <a:spcPct val="78500"/>
              </a:lnSpc>
              <a:spcBef>
                <a:spcPts val="1105"/>
              </a:spcBef>
            </a:pPr>
            <a:r>
              <a:rPr dirty="0" sz="3900">
                <a:latin typeface="Gill Sans MT"/>
                <a:cs typeface="Gill Sans MT"/>
              </a:rPr>
              <a:t>(Domain</a:t>
            </a:r>
            <a:r>
              <a:rPr dirty="0" sz="3900" spc="-25">
                <a:latin typeface="Gill Sans MT"/>
                <a:cs typeface="Gill Sans MT"/>
              </a:rPr>
              <a:t> </a:t>
            </a:r>
            <a:r>
              <a:rPr dirty="0" sz="3900" spc="120">
                <a:latin typeface="Gill Sans MT"/>
                <a:cs typeface="Gill Sans MT"/>
              </a:rPr>
              <a:t>number</a:t>
            </a:r>
            <a:r>
              <a:rPr dirty="0" sz="3900" spc="-25">
                <a:latin typeface="Gill Sans MT"/>
                <a:cs typeface="Gill Sans MT"/>
              </a:rPr>
              <a:t> </a:t>
            </a:r>
            <a:r>
              <a:rPr dirty="0" sz="3900" spc="204">
                <a:latin typeface="Gill Sans MT"/>
                <a:cs typeface="Gill Sans MT"/>
              </a:rPr>
              <a:t>and</a:t>
            </a:r>
            <a:r>
              <a:rPr dirty="0" sz="3900" spc="-25">
                <a:latin typeface="Gill Sans MT"/>
                <a:cs typeface="Gill Sans MT"/>
              </a:rPr>
              <a:t> </a:t>
            </a:r>
            <a:r>
              <a:rPr dirty="0" sz="3900" spc="185">
                <a:latin typeface="Gill Sans MT"/>
                <a:cs typeface="Gill Sans MT"/>
              </a:rPr>
              <a:t>full</a:t>
            </a:r>
            <a:r>
              <a:rPr dirty="0" sz="3900" spc="-25">
                <a:latin typeface="Gill Sans MT"/>
                <a:cs typeface="Gill Sans MT"/>
              </a:rPr>
              <a:t> </a:t>
            </a:r>
            <a:r>
              <a:rPr dirty="0" sz="3900" spc="190">
                <a:latin typeface="Gill Sans MT"/>
                <a:cs typeface="Gill Sans MT"/>
              </a:rPr>
              <a:t>name</a:t>
            </a:r>
            <a:r>
              <a:rPr dirty="0" sz="3900" spc="-25">
                <a:latin typeface="Gill Sans MT"/>
                <a:cs typeface="Gill Sans MT"/>
              </a:rPr>
              <a:t> </a:t>
            </a:r>
            <a:r>
              <a:rPr dirty="0" sz="3900" spc="200">
                <a:latin typeface="Gill Sans MT"/>
                <a:cs typeface="Gill Sans MT"/>
              </a:rPr>
              <a:t>has</a:t>
            </a:r>
            <a:r>
              <a:rPr dirty="0" sz="3900" spc="-25">
                <a:latin typeface="Gill Sans MT"/>
                <a:cs typeface="Gill Sans MT"/>
              </a:rPr>
              <a:t> </a:t>
            </a:r>
            <a:r>
              <a:rPr dirty="0" sz="3900">
                <a:latin typeface="Gill Sans MT"/>
                <a:cs typeface="Gill Sans MT"/>
              </a:rPr>
              <a:t>to</a:t>
            </a:r>
            <a:r>
              <a:rPr dirty="0" sz="3900" spc="-25">
                <a:latin typeface="Gill Sans MT"/>
                <a:cs typeface="Gill Sans MT"/>
              </a:rPr>
              <a:t> </a:t>
            </a:r>
            <a:r>
              <a:rPr dirty="0" sz="3900" spc="150">
                <a:latin typeface="Gill Sans MT"/>
                <a:cs typeface="Gill Sans MT"/>
              </a:rPr>
              <a:t>be</a:t>
            </a:r>
            <a:r>
              <a:rPr dirty="0" sz="3900" spc="-25">
                <a:latin typeface="Gill Sans MT"/>
                <a:cs typeface="Gill Sans MT"/>
              </a:rPr>
              <a:t> </a:t>
            </a:r>
            <a:r>
              <a:rPr dirty="0" sz="3900" spc="110">
                <a:latin typeface="Gill Sans MT"/>
                <a:cs typeface="Gill Sans MT"/>
              </a:rPr>
              <a:t>mentioned</a:t>
            </a:r>
            <a:r>
              <a:rPr dirty="0" sz="3900" spc="-25">
                <a:latin typeface="Gill Sans MT"/>
                <a:cs typeface="Gill Sans MT"/>
              </a:rPr>
              <a:t> </a:t>
            </a:r>
            <a:r>
              <a:rPr dirty="0" sz="3900" spc="75">
                <a:latin typeface="Gill Sans MT"/>
                <a:cs typeface="Gill Sans MT"/>
              </a:rPr>
              <a:t>exactly</a:t>
            </a:r>
            <a:r>
              <a:rPr dirty="0" sz="3900" spc="-25">
                <a:latin typeface="Gill Sans MT"/>
                <a:cs typeface="Gill Sans MT"/>
              </a:rPr>
              <a:t> </a:t>
            </a:r>
            <a:r>
              <a:rPr dirty="0" sz="3900" spc="140">
                <a:latin typeface="Gill Sans MT"/>
                <a:cs typeface="Gill Sans MT"/>
              </a:rPr>
              <a:t>as </a:t>
            </a:r>
            <a:r>
              <a:rPr dirty="0" sz="3900" spc="85">
                <a:latin typeface="Gill Sans MT"/>
                <a:cs typeface="Gill Sans MT"/>
              </a:rPr>
              <a:t>Present</a:t>
            </a:r>
            <a:r>
              <a:rPr dirty="0" sz="3900" spc="-55">
                <a:latin typeface="Gill Sans MT"/>
                <a:cs typeface="Gill Sans MT"/>
              </a:rPr>
              <a:t> </a:t>
            </a:r>
            <a:r>
              <a:rPr dirty="0" sz="3900" spc="125">
                <a:latin typeface="Gill Sans MT"/>
                <a:cs typeface="Gill Sans MT"/>
              </a:rPr>
              <a:t>in</a:t>
            </a:r>
            <a:r>
              <a:rPr dirty="0" sz="3900" spc="-50">
                <a:latin typeface="Gill Sans MT"/>
                <a:cs typeface="Gill Sans MT"/>
              </a:rPr>
              <a:t> </a:t>
            </a:r>
            <a:r>
              <a:rPr dirty="0" sz="3900" spc="65">
                <a:latin typeface="Gill Sans MT"/>
                <a:cs typeface="Gill Sans MT"/>
              </a:rPr>
              <a:t>website).</a:t>
            </a:r>
            <a:endParaRPr sz="3900">
              <a:latin typeface="Gill Sans MT"/>
              <a:cs typeface="Gill Sans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0743" y="6761084"/>
            <a:ext cx="114300" cy="1143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57365" y="6431963"/>
            <a:ext cx="3310254" cy="599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750" spc="100" b="1">
                <a:latin typeface="Times New Roman"/>
                <a:cs typeface="Times New Roman"/>
              </a:rPr>
              <a:t>FOCUS</a:t>
            </a:r>
            <a:r>
              <a:rPr dirty="0" sz="3750" spc="5" b="1">
                <a:latin typeface="Times New Roman"/>
                <a:cs typeface="Times New Roman"/>
              </a:rPr>
              <a:t> </a:t>
            </a:r>
            <a:r>
              <a:rPr dirty="0" sz="3750" spc="-35" b="1">
                <a:latin typeface="Times New Roman"/>
                <a:cs typeface="Times New Roman"/>
              </a:rPr>
              <a:t>AREA: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50740" y="6456514"/>
            <a:ext cx="12884150" cy="109601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 marR="5080" indent="-635">
              <a:lnSpc>
                <a:spcPts val="3750"/>
              </a:lnSpc>
              <a:spcBef>
                <a:spcPts val="1000"/>
              </a:spcBef>
            </a:pPr>
            <a:r>
              <a:rPr dirty="0" sz="3900" spc="70">
                <a:latin typeface="Gill Sans MT"/>
                <a:cs typeface="Gill Sans MT"/>
              </a:rPr>
              <a:t>(Mention</a:t>
            </a:r>
            <a:r>
              <a:rPr dirty="0" sz="3900" spc="-55">
                <a:latin typeface="Gill Sans MT"/>
                <a:cs typeface="Gill Sans MT"/>
              </a:rPr>
              <a:t> </a:t>
            </a:r>
            <a:r>
              <a:rPr dirty="0" sz="3900" spc="85">
                <a:latin typeface="Gill Sans MT"/>
                <a:cs typeface="Gill Sans MT"/>
              </a:rPr>
              <a:t>the</a:t>
            </a:r>
            <a:r>
              <a:rPr dirty="0" sz="3900" spc="-55">
                <a:latin typeface="Gill Sans MT"/>
                <a:cs typeface="Gill Sans MT"/>
              </a:rPr>
              <a:t> </a:t>
            </a:r>
            <a:r>
              <a:rPr dirty="0" sz="3900" spc="145">
                <a:latin typeface="Gill Sans MT"/>
                <a:cs typeface="Gill Sans MT"/>
              </a:rPr>
              <a:t>focus</a:t>
            </a:r>
            <a:r>
              <a:rPr dirty="0" sz="3900" spc="-50">
                <a:latin typeface="Gill Sans MT"/>
                <a:cs typeface="Gill Sans MT"/>
              </a:rPr>
              <a:t> </a:t>
            </a:r>
            <a:r>
              <a:rPr dirty="0" sz="3900" spc="150">
                <a:latin typeface="Gill Sans MT"/>
                <a:cs typeface="Gill Sans MT"/>
              </a:rPr>
              <a:t>area</a:t>
            </a:r>
            <a:r>
              <a:rPr dirty="0" sz="3900" spc="-55">
                <a:latin typeface="Gill Sans MT"/>
                <a:cs typeface="Gill Sans MT"/>
              </a:rPr>
              <a:t> </a:t>
            </a:r>
            <a:r>
              <a:rPr dirty="0" sz="3900" spc="90">
                <a:latin typeface="Gill Sans MT"/>
                <a:cs typeface="Gill Sans MT"/>
              </a:rPr>
              <a:t>related</a:t>
            </a:r>
            <a:r>
              <a:rPr dirty="0" sz="3900" spc="-50">
                <a:latin typeface="Gill Sans MT"/>
                <a:cs typeface="Gill Sans MT"/>
              </a:rPr>
              <a:t> </a:t>
            </a:r>
            <a:r>
              <a:rPr dirty="0" sz="3900">
                <a:latin typeface="Gill Sans MT"/>
                <a:cs typeface="Gill Sans MT"/>
              </a:rPr>
              <a:t>to</a:t>
            </a:r>
            <a:r>
              <a:rPr dirty="0" sz="3900" spc="-55">
                <a:latin typeface="Gill Sans MT"/>
                <a:cs typeface="Gill Sans MT"/>
              </a:rPr>
              <a:t> </a:t>
            </a:r>
            <a:r>
              <a:rPr dirty="0" sz="3900" spc="85">
                <a:latin typeface="Gill Sans MT"/>
                <a:cs typeface="Gill Sans MT"/>
              </a:rPr>
              <a:t>the</a:t>
            </a:r>
            <a:r>
              <a:rPr dirty="0" sz="3900" spc="-50">
                <a:latin typeface="Gill Sans MT"/>
                <a:cs typeface="Gill Sans MT"/>
              </a:rPr>
              <a:t> </a:t>
            </a:r>
            <a:r>
              <a:rPr dirty="0" sz="3900" spc="135">
                <a:latin typeface="Gill Sans MT"/>
                <a:cs typeface="Gill Sans MT"/>
              </a:rPr>
              <a:t>domain</a:t>
            </a:r>
            <a:r>
              <a:rPr dirty="0" sz="3900" spc="-55">
                <a:latin typeface="Gill Sans MT"/>
                <a:cs typeface="Gill Sans MT"/>
              </a:rPr>
              <a:t> </a:t>
            </a:r>
            <a:r>
              <a:rPr dirty="0" sz="3900" spc="110">
                <a:latin typeface="Gill Sans MT"/>
                <a:cs typeface="Gill Sans MT"/>
              </a:rPr>
              <a:t>chosen</a:t>
            </a:r>
            <a:r>
              <a:rPr dirty="0" sz="3900" spc="-55">
                <a:latin typeface="Gill Sans MT"/>
                <a:cs typeface="Gill Sans MT"/>
              </a:rPr>
              <a:t> </a:t>
            </a:r>
            <a:r>
              <a:rPr dirty="0" sz="3900" spc="125">
                <a:latin typeface="Gill Sans MT"/>
                <a:cs typeface="Gill Sans MT"/>
              </a:rPr>
              <a:t>in</a:t>
            </a:r>
            <a:r>
              <a:rPr dirty="0" sz="3900" spc="-50">
                <a:latin typeface="Gill Sans MT"/>
                <a:cs typeface="Gill Sans MT"/>
              </a:rPr>
              <a:t> </a:t>
            </a:r>
            <a:r>
              <a:rPr dirty="0" sz="3900" spc="45">
                <a:latin typeface="Gill Sans MT"/>
                <a:cs typeface="Gill Sans MT"/>
              </a:rPr>
              <a:t>few </a:t>
            </a:r>
            <a:r>
              <a:rPr dirty="0" sz="3900" spc="40">
                <a:latin typeface="Gill Sans MT"/>
                <a:cs typeface="Gill Sans MT"/>
              </a:rPr>
              <a:t>words).</a:t>
            </a:r>
            <a:endParaRPr sz="3900">
              <a:latin typeface="Gill Sans MT"/>
              <a:cs typeface="Gill Sans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0743" y="8251927"/>
            <a:ext cx="114300" cy="1143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57365" y="7943938"/>
            <a:ext cx="1611503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444" sz="5625" spc="82" b="1">
                <a:latin typeface="Times New Roman"/>
                <a:cs typeface="Times New Roman"/>
              </a:rPr>
              <a:t>PROBLEM</a:t>
            </a:r>
            <a:r>
              <a:rPr dirty="0" baseline="4444" sz="5625" spc="30" b="1">
                <a:latin typeface="Times New Roman"/>
                <a:cs typeface="Times New Roman"/>
              </a:rPr>
              <a:t> </a:t>
            </a:r>
            <a:r>
              <a:rPr dirty="0" baseline="4444" sz="5625" b="1">
                <a:latin typeface="Times New Roman"/>
                <a:cs typeface="Times New Roman"/>
              </a:rPr>
              <a:t>STATEMENT</a:t>
            </a:r>
            <a:r>
              <a:rPr dirty="0" baseline="4444" sz="5625">
                <a:latin typeface="Arial"/>
                <a:cs typeface="Arial"/>
              </a:rPr>
              <a:t>:</a:t>
            </a:r>
            <a:r>
              <a:rPr dirty="0" baseline="4444" sz="5625" spc="-157">
                <a:latin typeface="Arial"/>
                <a:cs typeface="Arial"/>
              </a:rPr>
              <a:t> </a:t>
            </a:r>
            <a:r>
              <a:rPr dirty="0" sz="3900" spc="75">
                <a:latin typeface="Gill Sans MT"/>
                <a:cs typeface="Gill Sans MT"/>
              </a:rPr>
              <a:t>(State</a:t>
            </a:r>
            <a:r>
              <a:rPr dirty="0" sz="3900" spc="-35">
                <a:latin typeface="Gill Sans MT"/>
                <a:cs typeface="Gill Sans MT"/>
              </a:rPr>
              <a:t> </a:t>
            </a:r>
            <a:r>
              <a:rPr dirty="0" sz="3900" spc="85">
                <a:latin typeface="Gill Sans MT"/>
                <a:cs typeface="Gill Sans MT"/>
              </a:rPr>
              <a:t>the</a:t>
            </a:r>
            <a:r>
              <a:rPr dirty="0" sz="3900" spc="-30">
                <a:latin typeface="Gill Sans MT"/>
                <a:cs typeface="Gill Sans MT"/>
              </a:rPr>
              <a:t> </a:t>
            </a:r>
            <a:r>
              <a:rPr dirty="0" sz="3900" spc="110">
                <a:latin typeface="Gill Sans MT"/>
                <a:cs typeface="Gill Sans MT"/>
              </a:rPr>
              <a:t>problem</a:t>
            </a:r>
            <a:r>
              <a:rPr dirty="0" sz="3900" spc="-30">
                <a:latin typeface="Gill Sans MT"/>
                <a:cs typeface="Gill Sans MT"/>
              </a:rPr>
              <a:t> </a:t>
            </a:r>
            <a:r>
              <a:rPr dirty="0" sz="3900" spc="105">
                <a:latin typeface="Gill Sans MT"/>
                <a:cs typeface="Gill Sans MT"/>
              </a:rPr>
              <a:t>statement</a:t>
            </a:r>
            <a:r>
              <a:rPr dirty="0" sz="3900" spc="-35">
                <a:latin typeface="Gill Sans MT"/>
                <a:cs typeface="Gill Sans MT"/>
              </a:rPr>
              <a:t> </a:t>
            </a:r>
            <a:r>
              <a:rPr dirty="0" sz="3900" spc="125">
                <a:latin typeface="Gill Sans MT"/>
                <a:cs typeface="Gill Sans MT"/>
              </a:rPr>
              <a:t>in</a:t>
            </a:r>
            <a:r>
              <a:rPr dirty="0" sz="3900" spc="-30">
                <a:latin typeface="Gill Sans MT"/>
                <a:cs typeface="Gill Sans MT"/>
              </a:rPr>
              <a:t> </a:t>
            </a:r>
            <a:r>
              <a:rPr dirty="0" sz="3900" spc="229">
                <a:latin typeface="Gill Sans MT"/>
                <a:cs typeface="Gill Sans MT"/>
              </a:rPr>
              <a:t>1</a:t>
            </a:r>
            <a:r>
              <a:rPr dirty="0" sz="3900" spc="-35">
                <a:latin typeface="Gill Sans MT"/>
                <a:cs typeface="Gill Sans MT"/>
              </a:rPr>
              <a:t> </a:t>
            </a:r>
            <a:r>
              <a:rPr dirty="0" sz="3900" spc="315">
                <a:latin typeface="Gill Sans MT"/>
                <a:cs typeface="Gill Sans MT"/>
              </a:rPr>
              <a:t>-</a:t>
            </a:r>
            <a:r>
              <a:rPr dirty="0" sz="3900" spc="-30">
                <a:latin typeface="Gill Sans MT"/>
                <a:cs typeface="Gill Sans MT"/>
              </a:rPr>
              <a:t> </a:t>
            </a:r>
            <a:r>
              <a:rPr dirty="0" sz="3900" spc="229">
                <a:latin typeface="Gill Sans MT"/>
                <a:cs typeface="Gill Sans MT"/>
              </a:rPr>
              <a:t>2</a:t>
            </a:r>
            <a:r>
              <a:rPr dirty="0" sz="3900" spc="-30">
                <a:latin typeface="Gill Sans MT"/>
                <a:cs typeface="Gill Sans MT"/>
              </a:rPr>
              <a:t> </a:t>
            </a:r>
            <a:r>
              <a:rPr dirty="0" sz="3900" spc="100">
                <a:latin typeface="Gill Sans MT"/>
                <a:cs typeface="Gill Sans MT"/>
              </a:rPr>
              <a:t>sentence).</a:t>
            </a:r>
            <a:endParaRPr sz="3900">
              <a:latin typeface="Gill Sans MT"/>
              <a:cs typeface="Gill Sans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0743" y="9298488"/>
            <a:ext cx="114300" cy="1143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57365" y="8969367"/>
            <a:ext cx="3131820" cy="599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750" spc="65" b="1">
                <a:latin typeface="Times New Roman"/>
                <a:cs typeface="Times New Roman"/>
              </a:rPr>
              <a:t>BUILD</a:t>
            </a:r>
            <a:r>
              <a:rPr dirty="0" sz="3750" spc="15" b="1">
                <a:latin typeface="Times New Roman"/>
                <a:cs typeface="Times New Roman"/>
              </a:rPr>
              <a:t> </a:t>
            </a:r>
            <a:r>
              <a:rPr dirty="0" sz="3750" spc="-10" b="1">
                <a:latin typeface="Times New Roman"/>
                <a:cs typeface="Times New Roman"/>
              </a:rPr>
              <a:t>TYPE</a:t>
            </a:r>
            <a:r>
              <a:rPr dirty="0" sz="3750" spc="-10">
                <a:latin typeface="Arial"/>
                <a:cs typeface="Arial"/>
              </a:rPr>
              <a:t>:</a:t>
            </a:r>
            <a:endParaRPr sz="37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19901" y="8957198"/>
            <a:ext cx="883539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>
                <a:latin typeface="Gill Sans MT"/>
                <a:cs typeface="Gill Sans MT"/>
              </a:rPr>
              <a:t>(</a:t>
            </a:r>
            <a:r>
              <a:rPr dirty="0" sz="3900" spc="-75">
                <a:latin typeface="Gill Sans MT"/>
                <a:cs typeface="Gill Sans MT"/>
              </a:rPr>
              <a:t> </a:t>
            </a:r>
            <a:r>
              <a:rPr dirty="0" sz="3900" spc="55">
                <a:latin typeface="Gill Sans MT"/>
                <a:cs typeface="Gill Sans MT"/>
              </a:rPr>
              <a:t>Hardware</a:t>
            </a:r>
            <a:r>
              <a:rPr dirty="0" sz="3900" spc="-70">
                <a:latin typeface="Gill Sans MT"/>
                <a:cs typeface="Gill Sans MT"/>
              </a:rPr>
              <a:t> </a:t>
            </a:r>
            <a:r>
              <a:rPr dirty="0" sz="3900" spc="660">
                <a:latin typeface="Gill Sans MT"/>
                <a:cs typeface="Gill Sans MT"/>
              </a:rPr>
              <a:t>/</a:t>
            </a:r>
            <a:r>
              <a:rPr dirty="0" sz="3900" spc="-75">
                <a:latin typeface="Gill Sans MT"/>
                <a:cs typeface="Gill Sans MT"/>
              </a:rPr>
              <a:t> </a:t>
            </a:r>
            <a:r>
              <a:rPr dirty="0" sz="3900" spc="105">
                <a:latin typeface="Gill Sans MT"/>
                <a:cs typeface="Gill Sans MT"/>
              </a:rPr>
              <a:t>Software</a:t>
            </a:r>
            <a:r>
              <a:rPr dirty="0" sz="3900" spc="-70">
                <a:latin typeface="Gill Sans MT"/>
                <a:cs typeface="Gill Sans MT"/>
              </a:rPr>
              <a:t> </a:t>
            </a:r>
            <a:r>
              <a:rPr dirty="0" sz="3900" spc="660">
                <a:latin typeface="Gill Sans MT"/>
                <a:cs typeface="Gill Sans MT"/>
              </a:rPr>
              <a:t>/</a:t>
            </a:r>
            <a:r>
              <a:rPr dirty="0" sz="3900" spc="-75">
                <a:latin typeface="Gill Sans MT"/>
                <a:cs typeface="Gill Sans MT"/>
              </a:rPr>
              <a:t> </a:t>
            </a:r>
            <a:r>
              <a:rPr dirty="0" sz="3900" spc="70">
                <a:latin typeface="Gill Sans MT"/>
                <a:cs typeface="Gill Sans MT"/>
              </a:rPr>
              <a:t>Hybrid</a:t>
            </a:r>
            <a:r>
              <a:rPr dirty="0" sz="3900" spc="-70">
                <a:latin typeface="Gill Sans MT"/>
                <a:cs typeface="Gill Sans MT"/>
              </a:rPr>
              <a:t> </a:t>
            </a:r>
            <a:r>
              <a:rPr dirty="0" sz="3900" spc="140">
                <a:latin typeface="Gill Sans MT"/>
                <a:cs typeface="Gill Sans MT"/>
              </a:rPr>
              <a:t>of</a:t>
            </a:r>
            <a:r>
              <a:rPr dirty="0" sz="3900" spc="-75">
                <a:latin typeface="Gill Sans MT"/>
                <a:cs typeface="Gill Sans MT"/>
              </a:rPr>
              <a:t> </a:t>
            </a:r>
            <a:r>
              <a:rPr dirty="0" sz="3900" spc="75">
                <a:latin typeface="Gill Sans MT"/>
                <a:cs typeface="Gill Sans MT"/>
              </a:rPr>
              <a:t>Both</a:t>
            </a:r>
            <a:r>
              <a:rPr dirty="0" sz="3900" spc="-70">
                <a:latin typeface="Gill Sans MT"/>
                <a:cs typeface="Gill Sans MT"/>
              </a:rPr>
              <a:t> </a:t>
            </a:r>
            <a:r>
              <a:rPr dirty="0" sz="3900" spc="80">
                <a:latin typeface="Gill Sans MT"/>
                <a:cs typeface="Gill Sans MT"/>
              </a:rPr>
              <a:t>).</a:t>
            </a:r>
            <a:endParaRPr sz="3900">
              <a:latin typeface="Gill Sans MT"/>
              <a:cs typeface="Gill Sans MT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9918445"/>
            <a:ext cx="18288000" cy="368935"/>
          </a:xfrm>
          <a:custGeom>
            <a:avLst/>
            <a:gdLst/>
            <a:ahLst/>
            <a:cxnLst/>
            <a:rect l="l" t="t" r="r" b="b"/>
            <a:pathLst>
              <a:path w="18288000" h="368934">
                <a:moveTo>
                  <a:pt x="18287998" y="368553"/>
                </a:moveTo>
                <a:lnTo>
                  <a:pt x="0" y="368553"/>
                </a:lnTo>
                <a:lnTo>
                  <a:pt x="0" y="50911"/>
                </a:lnTo>
                <a:lnTo>
                  <a:pt x="52282" y="39806"/>
                </a:lnTo>
                <a:lnTo>
                  <a:pt x="102236" y="30487"/>
                </a:lnTo>
                <a:lnTo>
                  <a:pt x="152426" y="22413"/>
                </a:lnTo>
                <a:lnTo>
                  <a:pt x="202789" y="15577"/>
                </a:lnTo>
                <a:lnTo>
                  <a:pt x="253286" y="9951"/>
                </a:lnTo>
                <a:lnTo>
                  <a:pt x="303929" y="5608"/>
                </a:lnTo>
                <a:lnTo>
                  <a:pt x="354640" y="2510"/>
                </a:lnTo>
                <a:lnTo>
                  <a:pt x="405434" y="633"/>
                </a:lnTo>
                <a:lnTo>
                  <a:pt x="456262" y="0"/>
                </a:lnTo>
                <a:lnTo>
                  <a:pt x="17831709" y="0"/>
                </a:lnTo>
                <a:lnTo>
                  <a:pt x="17857125" y="158"/>
                </a:lnTo>
                <a:lnTo>
                  <a:pt x="17907941" y="1418"/>
                </a:lnTo>
                <a:lnTo>
                  <a:pt x="17958700" y="3906"/>
                </a:lnTo>
                <a:lnTo>
                  <a:pt x="18009368" y="7622"/>
                </a:lnTo>
                <a:lnTo>
                  <a:pt x="18059951" y="12617"/>
                </a:lnTo>
                <a:lnTo>
                  <a:pt x="18110381" y="18839"/>
                </a:lnTo>
                <a:lnTo>
                  <a:pt x="18160662" y="26297"/>
                </a:lnTo>
                <a:lnTo>
                  <a:pt x="18210725" y="34989"/>
                </a:lnTo>
                <a:lnTo>
                  <a:pt x="18260575" y="44906"/>
                </a:lnTo>
                <a:lnTo>
                  <a:pt x="18287998" y="368553"/>
                </a:lnTo>
                <a:close/>
              </a:path>
            </a:pathLst>
          </a:custGeom>
          <a:solidFill>
            <a:srgbClr val="0096B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89230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73311" y="160268"/>
            <a:ext cx="1739264" cy="1737995"/>
          </a:xfrm>
          <a:custGeom>
            <a:avLst/>
            <a:gdLst/>
            <a:ahLst/>
            <a:cxnLst/>
            <a:rect l="l" t="t" r="r" b="b"/>
            <a:pathLst>
              <a:path w="1739264" h="1737995">
                <a:moveTo>
                  <a:pt x="1738640" y="868985"/>
                </a:moveTo>
                <a:lnTo>
                  <a:pt x="1737592" y="911623"/>
                </a:lnTo>
                <a:lnTo>
                  <a:pt x="1734454" y="954160"/>
                </a:lnTo>
                <a:lnTo>
                  <a:pt x="1729229" y="996491"/>
                </a:lnTo>
                <a:lnTo>
                  <a:pt x="1721936" y="1038516"/>
                </a:lnTo>
                <a:lnTo>
                  <a:pt x="1712588" y="1080133"/>
                </a:lnTo>
                <a:lnTo>
                  <a:pt x="1701206" y="1121239"/>
                </a:lnTo>
                <a:lnTo>
                  <a:pt x="1687824" y="1161738"/>
                </a:lnTo>
                <a:lnTo>
                  <a:pt x="1672468" y="1201530"/>
                </a:lnTo>
                <a:lnTo>
                  <a:pt x="1655176" y="1240525"/>
                </a:lnTo>
                <a:lnTo>
                  <a:pt x="1635992" y="1278621"/>
                </a:lnTo>
                <a:lnTo>
                  <a:pt x="1614962" y="1315735"/>
                </a:lnTo>
                <a:lnTo>
                  <a:pt x="1592131" y="1351769"/>
                </a:lnTo>
                <a:lnTo>
                  <a:pt x="1567563" y="1386640"/>
                </a:lnTo>
                <a:lnTo>
                  <a:pt x="1541312" y="1420264"/>
                </a:lnTo>
                <a:lnTo>
                  <a:pt x="1513442" y="1452561"/>
                </a:lnTo>
                <a:lnTo>
                  <a:pt x="1484022" y="1483451"/>
                </a:lnTo>
                <a:lnTo>
                  <a:pt x="1453118" y="1512860"/>
                </a:lnTo>
                <a:lnTo>
                  <a:pt x="1420811" y="1540720"/>
                </a:lnTo>
                <a:lnTo>
                  <a:pt x="1387173" y="1566960"/>
                </a:lnTo>
                <a:lnTo>
                  <a:pt x="1352288" y="1591522"/>
                </a:lnTo>
                <a:lnTo>
                  <a:pt x="1316240" y="1614339"/>
                </a:lnTo>
                <a:lnTo>
                  <a:pt x="1279115" y="1635361"/>
                </a:lnTo>
                <a:lnTo>
                  <a:pt x="1241002" y="1654538"/>
                </a:lnTo>
                <a:lnTo>
                  <a:pt x="1201993" y="1671824"/>
                </a:lnTo>
                <a:lnTo>
                  <a:pt x="1162184" y="1687173"/>
                </a:lnTo>
                <a:lnTo>
                  <a:pt x="1121671" y="1700554"/>
                </a:lnTo>
                <a:lnTo>
                  <a:pt x="1080548" y="1711930"/>
                </a:lnTo>
                <a:lnTo>
                  <a:pt x="1038917" y="1721274"/>
                </a:lnTo>
                <a:lnTo>
                  <a:pt x="996874" y="1728567"/>
                </a:lnTo>
                <a:lnTo>
                  <a:pt x="954529" y="1733788"/>
                </a:lnTo>
                <a:lnTo>
                  <a:pt x="911975" y="1736923"/>
                </a:lnTo>
                <a:lnTo>
                  <a:pt x="869320" y="1737971"/>
                </a:lnTo>
                <a:lnTo>
                  <a:pt x="858651" y="1737906"/>
                </a:lnTo>
                <a:lnTo>
                  <a:pt x="816012" y="1736335"/>
                </a:lnTo>
                <a:lnTo>
                  <a:pt x="773500" y="1732677"/>
                </a:lnTo>
                <a:lnTo>
                  <a:pt x="731221" y="1726937"/>
                </a:lnTo>
                <a:lnTo>
                  <a:pt x="689273" y="1719129"/>
                </a:lnTo>
                <a:lnTo>
                  <a:pt x="647759" y="1709275"/>
                </a:lnTo>
                <a:lnTo>
                  <a:pt x="606779" y="1697395"/>
                </a:lnTo>
                <a:lnTo>
                  <a:pt x="566433" y="1683519"/>
                </a:lnTo>
                <a:lnTo>
                  <a:pt x="526815" y="1667682"/>
                </a:lnTo>
                <a:lnTo>
                  <a:pt x="488021" y="1649919"/>
                </a:lnTo>
                <a:lnTo>
                  <a:pt x="450147" y="1630276"/>
                </a:lnTo>
                <a:lnTo>
                  <a:pt x="413282" y="1608800"/>
                </a:lnTo>
                <a:lnTo>
                  <a:pt x="377517" y="1585542"/>
                </a:lnTo>
                <a:lnTo>
                  <a:pt x="342937" y="1560556"/>
                </a:lnTo>
                <a:lnTo>
                  <a:pt x="309623" y="1533905"/>
                </a:lnTo>
                <a:lnTo>
                  <a:pt x="277659" y="1505650"/>
                </a:lnTo>
                <a:lnTo>
                  <a:pt x="247121" y="1475864"/>
                </a:lnTo>
                <a:lnTo>
                  <a:pt x="218080" y="1444614"/>
                </a:lnTo>
                <a:lnTo>
                  <a:pt x="190609" y="1411979"/>
                </a:lnTo>
                <a:lnTo>
                  <a:pt x="164773" y="1378035"/>
                </a:lnTo>
                <a:lnTo>
                  <a:pt x="140634" y="1342865"/>
                </a:lnTo>
                <a:lnTo>
                  <a:pt x="118249" y="1306553"/>
                </a:lnTo>
                <a:lnTo>
                  <a:pt x="97676" y="1269185"/>
                </a:lnTo>
                <a:lnTo>
                  <a:pt x="78961" y="1230856"/>
                </a:lnTo>
                <a:lnTo>
                  <a:pt x="62150" y="1191653"/>
                </a:lnTo>
                <a:lnTo>
                  <a:pt x="47283" y="1151674"/>
                </a:lnTo>
                <a:lnTo>
                  <a:pt x="34399" y="1111015"/>
                </a:lnTo>
                <a:lnTo>
                  <a:pt x="23524" y="1069772"/>
                </a:lnTo>
                <a:lnTo>
                  <a:pt x="14686" y="1028043"/>
                </a:lnTo>
                <a:lnTo>
                  <a:pt x="7908" y="985933"/>
                </a:lnTo>
                <a:lnTo>
                  <a:pt x="3204" y="943541"/>
                </a:lnTo>
                <a:lnTo>
                  <a:pt x="589" y="900969"/>
                </a:lnTo>
                <a:lnTo>
                  <a:pt x="0" y="868985"/>
                </a:lnTo>
                <a:lnTo>
                  <a:pt x="65" y="858321"/>
                </a:lnTo>
                <a:lnTo>
                  <a:pt x="1636" y="815698"/>
                </a:lnTo>
                <a:lnTo>
                  <a:pt x="5296" y="773203"/>
                </a:lnTo>
                <a:lnTo>
                  <a:pt x="11040" y="730940"/>
                </a:lnTo>
                <a:lnTo>
                  <a:pt x="18849" y="689007"/>
                </a:lnTo>
                <a:lnTo>
                  <a:pt x="28708" y="647510"/>
                </a:lnTo>
                <a:lnTo>
                  <a:pt x="40592" y="606547"/>
                </a:lnTo>
                <a:lnTo>
                  <a:pt x="54472" y="566213"/>
                </a:lnTo>
                <a:lnTo>
                  <a:pt x="70316" y="526610"/>
                </a:lnTo>
                <a:lnTo>
                  <a:pt x="88084" y="487834"/>
                </a:lnTo>
                <a:lnTo>
                  <a:pt x="107735" y="449973"/>
                </a:lnTo>
                <a:lnTo>
                  <a:pt x="129219" y="413123"/>
                </a:lnTo>
                <a:lnTo>
                  <a:pt x="152489" y="377371"/>
                </a:lnTo>
                <a:lnTo>
                  <a:pt x="177484" y="342804"/>
                </a:lnTo>
                <a:lnTo>
                  <a:pt x="204145" y="309504"/>
                </a:lnTo>
                <a:lnTo>
                  <a:pt x="232410" y="277553"/>
                </a:lnTo>
                <a:lnTo>
                  <a:pt x="262207" y="247026"/>
                </a:lnTo>
                <a:lnTo>
                  <a:pt x="293469" y="217997"/>
                </a:lnTo>
                <a:lnTo>
                  <a:pt x="326118" y="190536"/>
                </a:lnTo>
                <a:lnTo>
                  <a:pt x="360075" y="164709"/>
                </a:lnTo>
                <a:lnTo>
                  <a:pt x="395258" y="140579"/>
                </a:lnTo>
                <a:lnTo>
                  <a:pt x="431585" y="118204"/>
                </a:lnTo>
                <a:lnTo>
                  <a:pt x="468965" y="97639"/>
                </a:lnTo>
                <a:lnTo>
                  <a:pt x="507311" y="78932"/>
                </a:lnTo>
                <a:lnTo>
                  <a:pt x="546528" y="62125"/>
                </a:lnTo>
                <a:lnTo>
                  <a:pt x="586523" y="47266"/>
                </a:lnTo>
                <a:lnTo>
                  <a:pt x="627198" y="34384"/>
                </a:lnTo>
                <a:lnTo>
                  <a:pt x="668458" y="23514"/>
                </a:lnTo>
                <a:lnTo>
                  <a:pt x="710201" y="14680"/>
                </a:lnTo>
                <a:lnTo>
                  <a:pt x="752327" y="7904"/>
                </a:lnTo>
                <a:lnTo>
                  <a:pt x="794734" y="3203"/>
                </a:lnTo>
                <a:lnTo>
                  <a:pt x="837324" y="589"/>
                </a:lnTo>
                <a:lnTo>
                  <a:pt x="869320" y="0"/>
                </a:lnTo>
                <a:lnTo>
                  <a:pt x="879989" y="65"/>
                </a:lnTo>
                <a:lnTo>
                  <a:pt x="922628" y="1636"/>
                </a:lnTo>
                <a:lnTo>
                  <a:pt x="965140" y="5294"/>
                </a:lnTo>
                <a:lnTo>
                  <a:pt x="1007419" y="11034"/>
                </a:lnTo>
                <a:lnTo>
                  <a:pt x="1049367" y="18842"/>
                </a:lnTo>
                <a:lnTo>
                  <a:pt x="1090880" y="28696"/>
                </a:lnTo>
                <a:lnTo>
                  <a:pt x="1131861" y="40576"/>
                </a:lnTo>
                <a:lnTo>
                  <a:pt x="1172207" y="54451"/>
                </a:lnTo>
                <a:lnTo>
                  <a:pt x="1211825" y="70289"/>
                </a:lnTo>
                <a:lnTo>
                  <a:pt x="1250619" y="88050"/>
                </a:lnTo>
                <a:lnTo>
                  <a:pt x="1288493" y="107693"/>
                </a:lnTo>
                <a:lnTo>
                  <a:pt x="1325358" y="129171"/>
                </a:lnTo>
                <a:lnTo>
                  <a:pt x="1361122" y="152429"/>
                </a:lnTo>
                <a:lnTo>
                  <a:pt x="1395703" y="177415"/>
                </a:lnTo>
                <a:lnTo>
                  <a:pt x="1429017" y="204066"/>
                </a:lnTo>
                <a:lnTo>
                  <a:pt x="1460980" y="232321"/>
                </a:lnTo>
                <a:lnTo>
                  <a:pt x="1491519" y="262107"/>
                </a:lnTo>
                <a:lnTo>
                  <a:pt x="1520560" y="293356"/>
                </a:lnTo>
                <a:lnTo>
                  <a:pt x="1548031" y="325992"/>
                </a:lnTo>
                <a:lnTo>
                  <a:pt x="1573867" y="359936"/>
                </a:lnTo>
                <a:lnTo>
                  <a:pt x="1598006" y="395105"/>
                </a:lnTo>
                <a:lnTo>
                  <a:pt x="1620390" y="431418"/>
                </a:lnTo>
                <a:lnTo>
                  <a:pt x="1640964" y="468786"/>
                </a:lnTo>
                <a:lnTo>
                  <a:pt x="1659679" y="507114"/>
                </a:lnTo>
                <a:lnTo>
                  <a:pt x="1676490" y="546316"/>
                </a:lnTo>
                <a:lnTo>
                  <a:pt x="1691357" y="586297"/>
                </a:lnTo>
                <a:lnTo>
                  <a:pt x="1704241" y="626956"/>
                </a:lnTo>
                <a:lnTo>
                  <a:pt x="1715116" y="668199"/>
                </a:lnTo>
                <a:lnTo>
                  <a:pt x="1723953" y="709928"/>
                </a:lnTo>
                <a:lnTo>
                  <a:pt x="1730731" y="752038"/>
                </a:lnTo>
                <a:lnTo>
                  <a:pt x="1735435" y="794429"/>
                </a:lnTo>
                <a:lnTo>
                  <a:pt x="1738051" y="837002"/>
                </a:lnTo>
                <a:lnTo>
                  <a:pt x="1738640" y="868985"/>
                </a:lnTo>
                <a:close/>
              </a:path>
            </a:pathLst>
          </a:custGeom>
          <a:ln w="13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82823" y="527303"/>
            <a:ext cx="1106424" cy="9905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57158" y="474440"/>
            <a:ext cx="1002665" cy="1016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" marR="5080" indent="-45085">
              <a:lnSpc>
                <a:spcPct val="113999"/>
              </a:lnSpc>
              <a:spcBef>
                <a:spcPts val="100"/>
              </a:spcBef>
            </a:pPr>
            <a:r>
              <a:rPr dirty="0" sz="2850" spc="-110">
                <a:solidFill>
                  <a:srgbClr val="00163C"/>
                </a:solidFill>
                <a:latin typeface="Times New Roman"/>
                <a:cs typeface="Times New Roman"/>
              </a:rPr>
              <a:t>TEAM </a:t>
            </a:r>
            <a:r>
              <a:rPr dirty="0" sz="2850" spc="-300">
                <a:solidFill>
                  <a:srgbClr val="00163C"/>
                </a:solidFill>
                <a:latin typeface="Times New Roman"/>
                <a:cs typeface="Times New Roman"/>
              </a:rPr>
              <a:t>NAME</a:t>
            </a:r>
            <a:endParaRPr sz="28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41847" y="478535"/>
            <a:ext cx="7208520" cy="12954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928369">
              <a:lnSpc>
                <a:spcPct val="100000"/>
              </a:lnSpc>
              <a:spcBef>
                <a:spcPts val="115"/>
              </a:spcBef>
            </a:pPr>
            <a:r>
              <a:rPr dirty="0" sz="8150" spc="545">
                <a:solidFill>
                  <a:srgbClr val="003579"/>
                </a:solidFill>
              </a:rPr>
              <a:t>T</a:t>
            </a:r>
            <a:r>
              <a:rPr dirty="0" sz="8150" spc="400">
                <a:solidFill>
                  <a:srgbClr val="003579"/>
                </a:solidFill>
              </a:rPr>
              <a:t>H</a:t>
            </a:r>
            <a:r>
              <a:rPr dirty="0" sz="8150" spc="940">
                <a:solidFill>
                  <a:srgbClr val="003579"/>
                </a:solidFill>
              </a:rPr>
              <a:t>E</a:t>
            </a:r>
            <a:r>
              <a:rPr dirty="0" sz="8150" spc="335">
                <a:solidFill>
                  <a:srgbClr val="003579"/>
                </a:solidFill>
              </a:rPr>
              <a:t> </a:t>
            </a:r>
            <a:r>
              <a:rPr dirty="0" sz="8150" spc="50"/>
              <a:t>PR</a:t>
            </a:r>
            <a:r>
              <a:rPr dirty="0" sz="8150" spc="-60"/>
              <a:t>O</a:t>
            </a:r>
            <a:r>
              <a:rPr dirty="0" sz="8150" spc="55"/>
              <a:t>B</a:t>
            </a:r>
            <a:r>
              <a:rPr dirty="0" sz="8150" spc="70"/>
              <a:t>L</a:t>
            </a:r>
            <a:r>
              <a:rPr dirty="0" sz="8150" spc="50"/>
              <a:t>E</a:t>
            </a:r>
            <a:r>
              <a:rPr dirty="0" sz="8150" spc="550"/>
              <a:t>M</a:t>
            </a:r>
            <a:endParaRPr sz="815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809" y="3413999"/>
            <a:ext cx="142875" cy="1428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" y="5005385"/>
            <a:ext cx="142875" cy="1428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" y="6539030"/>
            <a:ext cx="142875" cy="1428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979" y="8406641"/>
            <a:ext cx="142875" cy="1428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58630" y="3170223"/>
            <a:ext cx="17384395" cy="554736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2281555" indent="40005">
              <a:lnSpc>
                <a:spcPct val="101400"/>
              </a:lnSpc>
              <a:spcBef>
                <a:spcPts val="60"/>
              </a:spcBef>
            </a:pPr>
            <a:r>
              <a:rPr dirty="0" sz="3450" b="1">
                <a:latin typeface="Century Gothic"/>
                <a:cs typeface="Century Gothic"/>
              </a:rPr>
              <a:t>Clearly</a:t>
            </a:r>
            <a:r>
              <a:rPr dirty="0" sz="3450" spc="2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define</a:t>
            </a:r>
            <a:r>
              <a:rPr dirty="0" sz="3450" spc="25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2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problem</a:t>
            </a:r>
            <a:r>
              <a:rPr dirty="0" sz="3450" spc="30" b="1">
                <a:latin typeface="Century Gothic"/>
                <a:cs typeface="Century Gothic"/>
              </a:rPr>
              <a:t> </a:t>
            </a:r>
            <a:r>
              <a:rPr dirty="0" sz="3450" spc="-40" b="1">
                <a:latin typeface="Century Gothic"/>
                <a:cs typeface="Century Gothic"/>
              </a:rPr>
              <a:t>and</a:t>
            </a:r>
            <a:r>
              <a:rPr dirty="0" sz="3450" spc="20" b="1">
                <a:latin typeface="Century Gothic"/>
                <a:cs typeface="Century Gothic"/>
              </a:rPr>
              <a:t> </a:t>
            </a:r>
            <a:r>
              <a:rPr dirty="0" sz="3450" spc="60" b="1">
                <a:latin typeface="Century Gothic"/>
                <a:cs typeface="Century Gothic"/>
              </a:rPr>
              <a:t>describe</a:t>
            </a:r>
            <a:r>
              <a:rPr dirty="0" sz="3450" spc="25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25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situation</a:t>
            </a:r>
            <a:r>
              <a:rPr dirty="0" sz="3450" spc="30" b="1">
                <a:latin typeface="Century Gothic"/>
                <a:cs typeface="Century Gothic"/>
              </a:rPr>
              <a:t> </a:t>
            </a:r>
            <a:r>
              <a:rPr dirty="0" sz="3450" spc="145" b="1">
                <a:latin typeface="Century Gothic"/>
                <a:cs typeface="Century Gothic"/>
              </a:rPr>
              <a:t>or</a:t>
            </a:r>
            <a:r>
              <a:rPr dirty="0" sz="3450" spc="2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challenge</a:t>
            </a:r>
            <a:r>
              <a:rPr dirty="0" sz="3450" spc="15" b="1">
                <a:latin typeface="Century Gothic"/>
                <a:cs typeface="Century Gothic"/>
              </a:rPr>
              <a:t> </a:t>
            </a:r>
            <a:r>
              <a:rPr dirty="0" sz="3450" spc="-25" b="1">
                <a:latin typeface="Century Gothic"/>
                <a:cs typeface="Century Gothic"/>
              </a:rPr>
              <a:t>in </a:t>
            </a:r>
            <a:r>
              <a:rPr dirty="0" sz="3450" spc="95" b="1">
                <a:latin typeface="Century Gothic"/>
                <a:cs typeface="Century Gothic"/>
              </a:rPr>
              <a:t>specific</a:t>
            </a:r>
            <a:r>
              <a:rPr dirty="0" sz="3450" spc="-20" b="1">
                <a:latin typeface="Century Gothic"/>
                <a:cs typeface="Century Gothic"/>
              </a:rPr>
              <a:t> </a:t>
            </a:r>
            <a:r>
              <a:rPr dirty="0" sz="3450" spc="120" b="1">
                <a:latin typeface="Century Gothic"/>
                <a:cs typeface="Century Gothic"/>
              </a:rPr>
              <a:t>terms.</a:t>
            </a:r>
            <a:endParaRPr sz="3450">
              <a:latin typeface="Century Gothic"/>
              <a:cs typeface="Century Gothic"/>
            </a:endParaRPr>
          </a:p>
          <a:p>
            <a:pPr marL="107314">
              <a:lnSpc>
                <a:spcPct val="100000"/>
              </a:lnSpc>
              <a:spcBef>
                <a:spcPts val="4190"/>
              </a:spcBef>
            </a:pPr>
            <a:r>
              <a:rPr dirty="0" sz="3450" spc="55" b="1">
                <a:latin typeface="Century Gothic"/>
                <a:cs typeface="Century Gothic"/>
              </a:rPr>
              <a:t>Identify</a:t>
            </a:r>
            <a:r>
              <a:rPr dirty="0" sz="3450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b="1">
                <a:latin typeface="Century Gothic"/>
                <a:cs typeface="Century Gothic"/>
              </a:rPr>
              <a:t> people,</a:t>
            </a:r>
            <a:r>
              <a:rPr dirty="0" sz="3450" spc="5" b="1">
                <a:latin typeface="Century Gothic"/>
                <a:cs typeface="Century Gothic"/>
              </a:rPr>
              <a:t> </a:t>
            </a:r>
            <a:r>
              <a:rPr dirty="0" sz="3450" spc="85" b="1">
                <a:latin typeface="Century Gothic"/>
                <a:cs typeface="Century Gothic"/>
              </a:rPr>
              <a:t>groups,</a:t>
            </a:r>
            <a:r>
              <a:rPr dirty="0" sz="3450" b="1">
                <a:latin typeface="Century Gothic"/>
                <a:cs typeface="Century Gothic"/>
              </a:rPr>
              <a:t> </a:t>
            </a:r>
            <a:r>
              <a:rPr dirty="0" sz="3450" spc="145" b="1">
                <a:latin typeface="Century Gothic"/>
                <a:cs typeface="Century Gothic"/>
              </a:rPr>
              <a:t>or</a:t>
            </a:r>
            <a:r>
              <a:rPr dirty="0" sz="3450" spc="5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stakeholders</a:t>
            </a:r>
            <a:r>
              <a:rPr dirty="0" sz="3450" b="1">
                <a:latin typeface="Century Gothic"/>
                <a:cs typeface="Century Gothic"/>
              </a:rPr>
              <a:t> </a:t>
            </a:r>
            <a:r>
              <a:rPr dirty="0" sz="3450" spc="70" b="1">
                <a:latin typeface="Century Gothic"/>
                <a:cs typeface="Century Gothic"/>
              </a:rPr>
              <a:t>who</a:t>
            </a:r>
            <a:r>
              <a:rPr dirty="0" sz="3450" spc="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experience </a:t>
            </a:r>
            <a:r>
              <a:rPr dirty="0" sz="3450" spc="80" b="1">
                <a:latin typeface="Century Gothic"/>
                <a:cs typeface="Century Gothic"/>
              </a:rPr>
              <a:t>the</a:t>
            </a:r>
            <a:endParaRPr sz="3450">
              <a:latin typeface="Century Gothic"/>
              <a:cs typeface="Century Gothic"/>
            </a:endParaRPr>
          </a:p>
          <a:p>
            <a:pPr marL="66675">
              <a:lnSpc>
                <a:spcPct val="100000"/>
              </a:lnSpc>
              <a:spcBef>
                <a:spcPts val="60"/>
              </a:spcBef>
            </a:pPr>
            <a:r>
              <a:rPr dirty="0" sz="3450" spc="95" b="1">
                <a:latin typeface="Century Gothic"/>
                <a:cs typeface="Century Gothic"/>
              </a:rPr>
              <a:t>Problem</a:t>
            </a:r>
            <a:r>
              <a:rPr dirty="0" sz="3450" spc="-20" b="1">
                <a:latin typeface="Century Gothic"/>
                <a:cs typeface="Century Gothic"/>
              </a:rPr>
              <a:t> </a:t>
            </a:r>
            <a:r>
              <a:rPr dirty="0" sz="3450" spc="180" b="1">
                <a:latin typeface="Century Gothic"/>
                <a:cs typeface="Century Gothic"/>
              </a:rPr>
              <a:t>most</a:t>
            </a:r>
            <a:r>
              <a:rPr dirty="0" sz="3450" spc="-15" b="1">
                <a:latin typeface="Century Gothic"/>
                <a:cs typeface="Century Gothic"/>
              </a:rPr>
              <a:t> </a:t>
            </a:r>
            <a:r>
              <a:rPr dirty="0" sz="3450" spc="55" b="1">
                <a:latin typeface="Century Gothic"/>
                <a:cs typeface="Century Gothic"/>
              </a:rPr>
              <a:t>directly.</a:t>
            </a:r>
            <a:r>
              <a:rPr dirty="0" sz="3450" spc="-20" b="1">
                <a:latin typeface="Century Gothic"/>
                <a:cs typeface="Century Gothic"/>
              </a:rPr>
              <a:t> </a:t>
            </a:r>
            <a:r>
              <a:rPr dirty="0" sz="3450" spc="170" b="1">
                <a:latin typeface="Century Gothic"/>
                <a:cs typeface="Century Gothic"/>
              </a:rPr>
              <a:t>Briefly</a:t>
            </a:r>
            <a:r>
              <a:rPr dirty="0" sz="3450" spc="-1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explain</a:t>
            </a:r>
            <a:r>
              <a:rPr dirty="0" sz="3450" spc="-20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-1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key</a:t>
            </a:r>
            <a:r>
              <a:rPr dirty="0" sz="3450" spc="-20" b="1">
                <a:latin typeface="Century Gothic"/>
                <a:cs typeface="Century Gothic"/>
              </a:rPr>
              <a:t> </a:t>
            </a:r>
            <a:r>
              <a:rPr dirty="0" sz="3450" spc="114" b="1">
                <a:latin typeface="Century Gothic"/>
                <a:cs typeface="Century Gothic"/>
              </a:rPr>
              <a:t>causes</a:t>
            </a:r>
            <a:r>
              <a:rPr dirty="0" sz="3450" spc="-1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behind</a:t>
            </a:r>
            <a:r>
              <a:rPr dirty="0" sz="3450" spc="-20" b="1">
                <a:latin typeface="Century Gothic"/>
                <a:cs typeface="Century Gothic"/>
              </a:rPr>
              <a:t> </a:t>
            </a:r>
            <a:r>
              <a:rPr dirty="0" sz="3450" spc="100" b="1">
                <a:latin typeface="Century Gothic"/>
                <a:cs typeface="Century Gothic"/>
              </a:rPr>
              <a:t>the</a:t>
            </a:r>
            <a:r>
              <a:rPr dirty="0" sz="3450" spc="-15" b="1">
                <a:latin typeface="Century Gothic"/>
                <a:cs typeface="Century Gothic"/>
              </a:rPr>
              <a:t> </a:t>
            </a:r>
            <a:r>
              <a:rPr dirty="0" sz="3450" spc="-10" b="1">
                <a:latin typeface="Century Gothic"/>
                <a:cs typeface="Century Gothic"/>
              </a:rPr>
              <a:t>problem..</a:t>
            </a:r>
            <a:endParaRPr sz="3450">
              <a:latin typeface="Century Gothic"/>
              <a:cs typeface="Century Gothic"/>
            </a:endParaRPr>
          </a:p>
          <a:p>
            <a:pPr marL="107314" marR="5080">
              <a:lnSpc>
                <a:spcPct val="101400"/>
              </a:lnSpc>
              <a:spcBef>
                <a:spcPts val="3679"/>
              </a:spcBef>
            </a:pPr>
            <a:r>
              <a:rPr dirty="0" sz="3450" spc="160" b="1">
                <a:latin typeface="Century Gothic"/>
                <a:cs typeface="Century Gothic"/>
              </a:rPr>
              <a:t>Support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problem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30" b="1">
                <a:latin typeface="Century Gothic"/>
                <a:cs typeface="Century Gothic"/>
              </a:rPr>
              <a:t>with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55" b="1">
                <a:latin typeface="Century Gothic"/>
                <a:cs typeface="Century Gothic"/>
              </a:rPr>
              <a:t>your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70" b="1">
                <a:latin typeface="Century Gothic"/>
                <a:cs typeface="Century Gothic"/>
              </a:rPr>
              <a:t>own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65" b="1">
                <a:latin typeface="Century Gothic"/>
                <a:cs typeface="Century Gothic"/>
              </a:rPr>
              <a:t>research,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14" b="1">
                <a:latin typeface="Century Gothic"/>
                <a:cs typeface="Century Gothic"/>
              </a:rPr>
              <a:t>such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10" b="1">
                <a:latin typeface="Century Gothic"/>
                <a:cs typeface="Century Gothic"/>
              </a:rPr>
              <a:t>as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25" b="1">
                <a:latin typeface="Century Gothic"/>
                <a:cs typeface="Century Gothic"/>
              </a:rPr>
              <a:t>surveys,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00" b="1">
                <a:latin typeface="Century Gothic"/>
                <a:cs typeface="Century Gothic"/>
              </a:rPr>
              <a:t>interviews,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80" b="1">
                <a:latin typeface="Century Gothic"/>
                <a:cs typeface="Century Gothic"/>
              </a:rPr>
              <a:t>field </a:t>
            </a:r>
            <a:r>
              <a:rPr dirty="0" sz="3450" spc="180" b="1">
                <a:latin typeface="Century Gothic"/>
                <a:cs typeface="Century Gothic"/>
              </a:rPr>
              <a:t>visits,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00" b="1">
                <a:latin typeface="Century Gothic"/>
                <a:cs typeface="Century Gothic"/>
              </a:rPr>
              <a:t>Or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Obsevation</a:t>
            </a:r>
            <a:r>
              <a:rPr dirty="0" sz="3450" spc="-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along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30" b="1">
                <a:latin typeface="Century Gothic"/>
                <a:cs typeface="Century Gothic"/>
              </a:rPr>
              <a:t>with</a:t>
            </a:r>
            <a:r>
              <a:rPr dirty="0" sz="3450" spc="-5" b="1">
                <a:latin typeface="Century Gothic"/>
                <a:cs typeface="Century Gothic"/>
              </a:rPr>
              <a:t> </a:t>
            </a:r>
            <a:r>
              <a:rPr dirty="0" sz="3450" spc="50" b="1">
                <a:latin typeface="Century Gothic"/>
                <a:cs typeface="Century Gothic"/>
              </a:rPr>
              <a:t>relevant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10" b="1">
                <a:latin typeface="Century Gothic"/>
                <a:cs typeface="Century Gothic"/>
              </a:rPr>
              <a:t>source</a:t>
            </a:r>
            <a:r>
              <a:rPr dirty="0" sz="3450" spc="-5" b="1">
                <a:latin typeface="Century Gothic"/>
                <a:cs typeface="Century Gothic"/>
              </a:rPr>
              <a:t> </a:t>
            </a:r>
            <a:r>
              <a:rPr dirty="0" sz="3450" spc="-40" b="1">
                <a:latin typeface="Century Gothic"/>
                <a:cs typeface="Century Gothic"/>
              </a:rPr>
              <a:t>and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-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year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-50" b="1">
                <a:latin typeface="Century Gothic"/>
                <a:cs typeface="Century Gothic"/>
              </a:rPr>
              <a:t>.</a:t>
            </a:r>
            <a:endParaRPr sz="34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135"/>
              </a:spcBef>
            </a:pPr>
            <a:endParaRPr sz="3450">
              <a:latin typeface="Century Gothic"/>
              <a:cs typeface="Century Gothic"/>
            </a:endParaRPr>
          </a:p>
          <a:p>
            <a:pPr marL="140335">
              <a:lnSpc>
                <a:spcPct val="100000"/>
              </a:lnSpc>
            </a:pPr>
            <a:r>
              <a:rPr dirty="0" sz="3450" spc="75" b="1">
                <a:latin typeface="Century Gothic"/>
                <a:cs typeface="Century Gothic"/>
              </a:rPr>
              <a:t>Mention</a:t>
            </a:r>
            <a:r>
              <a:rPr dirty="0" sz="3450" spc="-20" b="1">
                <a:latin typeface="Century Gothic"/>
                <a:cs typeface="Century Gothic"/>
              </a:rPr>
              <a:t> </a:t>
            </a:r>
            <a:r>
              <a:rPr dirty="0" sz="3450" spc="100" b="1">
                <a:latin typeface="Century Gothic"/>
                <a:cs typeface="Century Gothic"/>
              </a:rPr>
              <a:t>existing</a:t>
            </a:r>
            <a:r>
              <a:rPr dirty="0" sz="3450" spc="-15" b="1">
                <a:latin typeface="Century Gothic"/>
                <a:cs typeface="Century Gothic"/>
              </a:rPr>
              <a:t> </a:t>
            </a:r>
            <a:r>
              <a:rPr dirty="0" sz="3450" spc="175" b="1">
                <a:latin typeface="Century Gothic"/>
                <a:cs typeface="Century Gothic"/>
              </a:rPr>
              <a:t>solutions</a:t>
            </a:r>
            <a:r>
              <a:rPr dirty="0" sz="3450" spc="-20" b="1">
                <a:latin typeface="Century Gothic"/>
                <a:cs typeface="Century Gothic"/>
              </a:rPr>
              <a:t> </a:t>
            </a:r>
            <a:r>
              <a:rPr dirty="0" sz="3450" spc="-40" b="1">
                <a:latin typeface="Century Gothic"/>
                <a:cs typeface="Century Gothic"/>
              </a:rPr>
              <a:t>and</a:t>
            </a:r>
            <a:r>
              <a:rPr dirty="0" sz="3450" spc="-15" b="1">
                <a:latin typeface="Century Gothic"/>
                <a:cs typeface="Century Gothic"/>
              </a:rPr>
              <a:t> </a:t>
            </a:r>
            <a:r>
              <a:rPr dirty="0" sz="3450" spc="114" b="1">
                <a:latin typeface="Century Gothic"/>
                <a:cs typeface="Century Gothic"/>
              </a:rPr>
              <a:t>their</a:t>
            </a:r>
            <a:r>
              <a:rPr dirty="0" sz="3450" spc="-15" b="1">
                <a:latin typeface="Century Gothic"/>
                <a:cs typeface="Century Gothic"/>
              </a:rPr>
              <a:t> </a:t>
            </a:r>
            <a:r>
              <a:rPr dirty="0" sz="3450" spc="85" b="1">
                <a:latin typeface="Century Gothic"/>
                <a:cs typeface="Century Gothic"/>
              </a:rPr>
              <a:t>limitations,</a:t>
            </a:r>
            <a:r>
              <a:rPr dirty="0" sz="3450" spc="-20" b="1">
                <a:latin typeface="Century Gothic"/>
                <a:cs typeface="Century Gothic"/>
              </a:rPr>
              <a:t> </a:t>
            </a:r>
            <a:r>
              <a:rPr dirty="0" sz="3450" spc="70" b="1">
                <a:latin typeface="Century Gothic"/>
                <a:cs typeface="Century Gothic"/>
              </a:rPr>
              <a:t>then</a:t>
            </a:r>
            <a:r>
              <a:rPr dirty="0" sz="3450" spc="-1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clearly</a:t>
            </a:r>
            <a:r>
              <a:rPr dirty="0" sz="3450" spc="-15" b="1">
                <a:latin typeface="Century Gothic"/>
                <a:cs typeface="Century Gothic"/>
              </a:rPr>
              <a:t> </a:t>
            </a:r>
            <a:r>
              <a:rPr dirty="0" sz="3450" spc="65" b="1">
                <a:latin typeface="Century Gothic"/>
                <a:cs typeface="Century Gothic"/>
              </a:rPr>
              <a:t>identify</a:t>
            </a:r>
            <a:r>
              <a:rPr dirty="0" sz="3450" spc="-20" b="1">
                <a:latin typeface="Century Gothic"/>
                <a:cs typeface="Century Gothic"/>
              </a:rPr>
              <a:t> </a:t>
            </a:r>
            <a:r>
              <a:rPr dirty="0" sz="3450" spc="80" b="1">
                <a:latin typeface="Century Gothic"/>
                <a:cs typeface="Century Gothic"/>
              </a:rPr>
              <a:t>the</a:t>
            </a:r>
            <a:endParaRPr sz="345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6280" y="8696265"/>
            <a:ext cx="8255000" cy="5708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95" b="1">
                <a:latin typeface="Century Gothic"/>
                <a:cs typeface="Century Gothic"/>
              </a:rPr>
              <a:t>specific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spc="-80" b="1">
                <a:latin typeface="Century Gothic"/>
                <a:cs typeface="Century Gothic"/>
              </a:rPr>
              <a:t>gap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80" b="1">
                <a:latin typeface="Century Gothic"/>
                <a:cs typeface="Century Gothic"/>
              </a:rPr>
              <a:t>that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spc="65" b="1">
                <a:latin typeface="Century Gothic"/>
                <a:cs typeface="Century Gothic"/>
              </a:rPr>
              <a:t>remains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55" b="1">
                <a:latin typeface="Century Gothic"/>
                <a:cs typeface="Century Gothic"/>
              </a:rPr>
              <a:t>unresolved.</a:t>
            </a:r>
            <a:endParaRPr sz="345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9918445"/>
            <a:ext cx="18288000" cy="368935"/>
          </a:xfrm>
          <a:custGeom>
            <a:avLst/>
            <a:gdLst/>
            <a:ahLst/>
            <a:cxnLst/>
            <a:rect l="l" t="t" r="r" b="b"/>
            <a:pathLst>
              <a:path w="18288000" h="368934">
                <a:moveTo>
                  <a:pt x="18287998" y="368553"/>
                </a:moveTo>
                <a:lnTo>
                  <a:pt x="0" y="368553"/>
                </a:lnTo>
                <a:lnTo>
                  <a:pt x="0" y="50911"/>
                </a:lnTo>
                <a:lnTo>
                  <a:pt x="52282" y="39806"/>
                </a:lnTo>
                <a:lnTo>
                  <a:pt x="102236" y="30487"/>
                </a:lnTo>
                <a:lnTo>
                  <a:pt x="152426" y="22413"/>
                </a:lnTo>
                <a:lnTo>
                  <a:pt x="202789" y="15577"/>
                </a:lnTo>
                <a:lnTo>
                  <a:pt x="253286" y="9951"/>
                </a:lnTo>
                <a:lnTo>
                  <a:pt x="303929" y="5608"/>
                </a:lnTo>
                <a:lnTo>
                  <a:pt x="354640" y="2510"/>
                </a:lnTo>
                <a:lnTo>
                  <a:pt x="405434" y="633"/>
                </a:lnTo>
                <a:lnTo>
                  <a:pt x="456262" y="0"/>
                </a:lnTo>
                <a:lnTo>
                  <a:pt x="17831709" y="0"/>
                </a:lnTo>
                <a:lnTo>
                  <a:pt x="17882537" y="633"/>
                </a:lnTo>
                <a:lnTo>
                  <a:pt x="17933332" y="2510"/>
                </a:lnTo>
                <a:lnTo>
                  <a:pt x="17984042" y="5608"/>
                </a:lnTo>
                <a:lnTo>
                  <a:pt x="18034685" y="9951"/>
                </a:lnTo>
                <a:lnTo>
                  <a:pt x="18085183" y="15577"/>
                </a:lnTo>
                <a:lnTo>
                  <a:pt x="18135546" y="22413"/>
                </a:lnTo>
                <a:lnTo>
                  <a:pt x="18185718" y="30487"/>
                </a:lnTo>
                <a:lnTo>
                  <a:pt x="18235689" y="39806"/>
                </a:lnTo>
                <a:lnTo>
                  <a:pt x="18285402" y="50318"/>
                </a:lnTo>
                <a:lnTo>
                  <a:pt x="18287998" y="368553"/>
                </a:lnTo>
                <a:close/>
              </a:path>
            </a:pathLst>
          </a:custGeom>
          <a:solidFill>
            <a:srgbClr val="0096B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73311" y="160268"/>
            <a:ext cx="1739264" cy="1737995"/>
          </a:xfrm>
          <a:custGeom>
            <a:avLst/>
            <a:gdLst/>
            <a:ahLst/>
            <a:cxnLst/>
            <a:rect l="l" t="t" r="r" b="b"/>
            <a:pathLst>
              <a:path w="1739264" h="1737995">
                <a:moveTo>
                  <a:pt x="1738640" y="868985"/>
                </a:moveTo>
                <a:lnTo>
                  <a:pt x="1737592" y="911623"/>
                </a:lnTo>
                <a:lnTo>
                  <a:pt x="1734454" y="954160"/>
                </a:lnTo>
                <a:lnTo>
                  <a:pt x="1729229" y="996491"/>
                </a:lnTo>
                <a:lnTo>
                  <a:pt x="1721936" y="1038516"/>
                </a:lnTo>
                <a:lnTo>
                  <a:pt x="1712588" y="1080133"/>
                </a:lnTo>
                <a:lnTo>
                  <a:pt x="1701206" y="1121239"/>
                </a:lnTo>
                <a:lnTo>
                  <a:pt x="1687824" y="1161738"/>
                </a:lnTo>
                <a:lnTo>
                  <a:pt x="1672468" y="1201530"/>
                </a:lnTo>
                <a:lnTo>
                  <a:pt x="1655176" y="1240525"/>
                </a:lnTo>
                <a:lnTo>
                  <a:pt x="1635992" y="1278621"/>
                </a:lnTo>
                <a:lnTo>
                  <a:pt x="1614962" y="1315735"/>
                </a:lnTo>
                <a:lnTo>
                  <a:pt x="1592131" y="1351769"/>
                </a:lnTo>
                <a:lnTo>
                  <a:pt x="1567563" y="1386640"/>
                </a:lnTo>
                <a:lnTo>
                  <a:pt x="1541312" y="1420264"/>
                </a:lnTo>
                <a:lnTo>
                  <a:pt x="1513442" y="1452561"/>
                </a:lnTo>
                <a:lnTo>
                  <a:pt x="1484022" y="1483451"/>
                </a:lnTo>
                <a:lnTo>
                  <a:pt x="1453118" y="1512860"/>
                </a:lnTo>
                <a:lnTo>
                  <a:pt x="1420811" y="1540720"/>
                </a:lnTo>
                <a:lnTo>
                  <a:pt x="1387173" y="1566960"/>
                </a:lnTo>
                <a:lnTo>
                  <a:pt x="1352288" y="1591522"/>
                </a:lnTo>
                <a:lnTo>
                  <a:pt x="1316240" y="1614339"/>
                </a:lnTo>
                <a:lnTo>
                  <a:pt x="1279115" y="1635361"/>
                </a:lnTo>
                <a:lnTo>
                  <a:pt x="1241002" y="1654538"/>
                </a:lnTo>
                <a:lnTo>
                  <a:pt x="1201993" y="1671824"/>
                </a:lnTo>
                <a:lnTo>
                  <a:pt x="1162184" y="1687173"/>
                </a:lnTo>
                <a:lnTo>
                  <a:pt x="1121671" y="1700554"/>
                </a:lnTo>
                <a:lnTo>
                  <a:pt x="1080548" y="1711930"/>
                </a:lnTo>
                <a:lnTo>
                  <a:pt x="1038917" y="1721274"/>
                </a:lnTo>
                <a:lnTo>
                  <a:pt x="996874" y="1728567"/>
                </a:lnTo>
                <a:lnTo>
                  <a:pt x="954529" y="1733788"/>
                </a:lnTo>
                <a:lnTo>
                  <a:pt x="911975" y="1736923"/>
                </a:lnTo>
                <a:lnTo>
                  <a:pt x="869320" y="1737971"/>
                </a:lnTo>
                <a:lnTo>
                  <a:pt x="858651" y="1737906"/>
                </a:lnTo>
                <a:lnTo>
                  <a:pt x="816012" y="1736335"/>
                </a:lnTo>
                <a:lnTo>
                  <a:pt x="773500" y="1732677"/>
                </a:lnTo>
                <a:lnTo>
                  <a:pt x="731221" y="1726937"/>
                </a:lnTo>
                <a:lnTo>
                  <a:pt x="689273" y="1719129"/>
                </a:lnTo>
                <a:lnTo>
                  <a:pt x="647759" y="1709275"/>
                </a:lnTo>
                <a:lnTo>
                  <a:pt x="606779" y="1697395"/>
                </a:lnTo>
                <a:lnTo>
                  <a:pt x="566433" y="1683519"/>
                </a:lnTo>
                <a:lnTo>
                  <a:pt x="526815" y="1667682"/>
                </a:lnTo>
                <a:lnTo>
                  <a:pt x="488021" y="1649919"/>
                </a:lnTo>
                <a:lnTo>
                  <a:pt x="450147" y="1630276"/>
                </a:lnTo>
                <a:lnTo>
                  <a:pt x="413282" y="1608800"/>
                </a:lnTo>
                <a:lnTo>
                  <a:pt x="377517" y="1585542"/>
                </a:lnTo>
                <a:lnTo>
                  <a:pt x="342937" y="1560556"/>
                </a:lnTo>
                <a:lnTo>
                  <a:pt x="309623" y="1533905"/>
                </a:lnTo>
                <a:lnTo>
                  <a:pt x="277659" y="1505650"/>
                </a:lnTo>
                <a:lnTo>
                  <a:pt x="247121" y="1475864"/>
                </a:lnTo>
                <a:lnTo>
                  <a:pt x="218080" y="1444614"/>
                </a:lnTo>
                <a:lnTo>
                  <a:pt x="190609" y="1411979"/>
                </a:lnTo>
                <a:lnTo>
                  <a:pt x="164773" y="1378035"/>
                </a:lnTo>
                <a:lnTo>
                  <a:pt x="140634" y="1342865"/>
                </a:lnTo>
                <a:lnTo>
                  <a:pt x="118249" y="1306553"/>
                </a:lnTo>
                <a:lnTo>
                  <a:pt x="97676" y="1269185"/>
                </a:lnTo>
                <a:lnTo>
                  <a:pt x="78961" y="1230856"/>
                </a:lnTo>
                <a:lnTo>
                  <a:pt x="62150" y="1191653"/>
                </a:lnTo>
                <a:lnTo>
                  <a:pt x="47283" y="1151674"/>
                </a:lnTo>
                <a:lnTo>
                  <a:pt x="34399" y="1111015"/>
                </a:lnTo>
                <a:lnTo>
                  <a:pt x="23524" y="1069772"/>
                </a:lnTo>
                <a:lnTo>
                  <a:pt x="14686" y="1028043"/>
                </a:lnTo>
                <a:lnTo>
                  <a:pt x="7908" y="985933"/>
                </a:lnTo>
                <a:lnTo>
                  <a:pt x="3204" y="943541"/>
                </a:lnTo>
                <a:lnTo>
                  <a:pt x="589" y="900969"/>
                </a:lnTo>
                <a:lnTo>
                  <a:pt x="0" y="868985"/>
                </a:lnTo>
                <a:lnTo>
                  <a:pt x="65" y="858321"/>
                </a:lnTo>
                <a:lnTo>
                  <a:pt x="1636" y="815698"/>
                </a:lnTo>
                <a:lnTo>
                  <a:pt x="5296" y="773203"/>
                </a:lnTo>
                <a:lnTo>
                  <a:pt x="11040" y="730940"/>
                </a:lnTo>
                <a:lnTo>
                  <a:pt x="18849" y="689007"/>
                </a:lnTo>
                <a:lnTo>
                  <a:pt x="28708" y="647510"/>
                </a:lnTo>
                <a:lnTo>
                  <a:pt x="40592" y="606547"/>
                </a:lnTo>
                <a:lnTo>
                  <a:pt x="54472" y="566213"/>
                </a:lnTo>
                <a:lnTo>
                  <a:pt x="70316" y="526610"/>
                </a:lnTo>
                <a:lnTo>
                  <a:pt x="88084" y="487834"/>
                </a:lnTo>
                <a:lnTo>
                  <a:pt x="107735" y="449973"/>
                </a:lnTo>
                <a:lnTo>
                  <a:pt x="129219" y="413123"/>
                </a:lnTo>
                <a:lnTo>
                  <a:pt x="152489" y="377371"/>
                </a:lnTo>
                <a:lnTo>
                  <a:pt x="177484" y="342804"/>
                </a:lnTo>
                <a:lnTo>
                  <a:pt x="204145" y="309504"/>
                </a:lnTo>
                <a:lnTo>
                  <a:pt x="232410" y="277553"/>
                </a:lnTo>
                <a:lnTo>
                  <a:pt x="262207" y="247026"/>
                </a:lnTo>
                <a:lnTo>
                  <a:pt x="293469" y="217997"/>
                </a:lnTo>
                <a:lnTo>
                  <a:pt x="326118" y="190536"/>
                </a:lnTo>
                <a:lnTo>
                  <a:pt x="360075" y="164709"/>
                </a:lnTo>
                <a:lnTo>
                  <a:pt x="395258" y="140579"/>
                </a:lnTo>
                <a:lnTo>
                  <a:pt x="431585" y="118204"/>
                </a:lnTo>
                <a:lnTo>
                  <a:pt x="468965" y="97639"/>
                </a:lnTo>
                <a:lnTo>
                  <a:pt x="507311" y="78932"/>
                </a:lnTo>
                <a:lnTo>
                  <a:pt x="546528" y="62125"/>
                </a:lnTo>
                <a:lnTo>
                  <a:pt x="586523" y="47266"/>
                </a:lnTo>
                <a:lnTo>
                  <a:pt x="627198" y="34384"/>
                </a:lnTo>
                <a:lnTo>
                  <a:pt x="668458" y="23514"/>
                </a:lnTo>
                <a:lnTo>
                  <a:pt x="710201" y="14680"/>
                </a:lnTo>
                <a:lnTo>
                  <a:pt x="752327" y="7904"/>
                </a:lnTo>
                <a:lnTo>
                  <a:pt x="794734" y="3203"/>
                </a:lnTo>
                <a:lnTo>
                  <a:pt x="837324" y="589"/>
                </a:lnTo>
                <a:lnTo>
                  <a:pt x="869320" y="0"/>
                </a:lnTo>
                <a:lnTo>
                  <a:pt x="879989" y="65"/>
                </a:lnTo>
                <a:lnTo>
                  <a:pt x="922628" y="1636"/>
                </a:lnTo>
                <a:lnTo>
                  <a:pt x="965140" y="5294"/>
                </a:lnTo>
                <a:lnTo>
                  <a:pt x="1007419" y="11034"/>
                </a:lnTo>
                <a:lnTo>
                  <a:pt x="1049367" y="18842"/>
                </a:lnTo>
                <a:lnTo>
                  <a:pt x="1090880" y="28696"/>
                </a:lnTo>
                <a:lnTo>
                  <a:pt x="1131861" y="40576"/>
                </a:lnTo>
                <a:lnTo>
                  <a:pt x="1172207" y="54451"/>
                </a:lnTo>
                <a:lnTo>
                  <a:pt x="1211825" y="70289"/>
                </a:lnTo>
                <a:lnTo>
                  <a:pt x="1250619" y="88050"/>
                </a:lnTo>
                <a:lnTo>
                  <a:pt x="1288493" y="107693"/>
                </a:lnTo>
                <a:lnTo>
                  <a:pt x="1325358" y="129171"/>
                </a:lnTo>
                <a:lnTo>
                  <a:pt x="1361122" y="152429"/>
                </a:lnTo>
                <a:lnTo>
                  <a:pt x="1395703" y="177415"/>
                </a:lnTo>
                <a:lnTo>
                  <a:pt x="1429017" y="204066"/>
                </a:lnTo>
                <a:lnTo>
                  <a:pt x="1460980" y="232321"/>
                </a:lnTo>
                <a:lnTo>
                  <a:pt x="1491519" y="262107"/>
                </a:lnTo>
                <a:lnTo>
                  <a:pt x="1520560" y="293356"/>
                </a:lnTo>
                <a:lnTo>
                  <a:pt x="1548031" y="325992"/>
                </a:lnTo>
                <a:lnTo>
                  <a:pt x="1573867" y="359936"/>
                </a:lnTo>
                <a:lnTo>
                  <a:pt x="1598006" y="395105"/>
                </a:lnTo>
                <a:lnTo>
                  <a:pt x="1620390" y="431418"/>
                </a:lnTo>
                <a:lnTo>
                  <a:pt x="1640964" y="468786"/>
                </a:lnTo>
                <a:lnTo>
                  <a:pt x="1659679" y="507114"/>
                </a:lnTo>
                <a:lnTo>
                  <a:pt x="1676490" y="546316"/>
                </a:lnTo>
                <a:lnTo>
                  <a:pt x="1691357" y="586297"/>
                </a:lnTo>
                <a:lnTo>
                  <a:pt x="1704241" y="626956"/>
                </a:lnTo>
                <a:lnTo>
                  <a:pt x="1715116" y="668199"/>
                </a:lnTo>
                <a:lnTo>
                  <a:pt x="1723953" y="709928"/>
                </a:lnTo>
                <a:lnTo>
                  <a:pt x="1730731" y="752038"/>
                </a:lnTo>
                <a:lnTo>
                  <a:pt x="1735435" y="794429"/>
                </a:lnTo>
                <a:lnTo>
                  <a:pt x="1738051" y="837002"/>
                </a:lnTo>
                <a:lnTo>
                  <a:pt x="1738640" y="868985"/>
                </a:lnTo>
                <a:close/>
              </a:path>
            </a:pathLst>
          </a:custGeom>
          <a:ln w="13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823" y="527303"/>
            <a:ext cx="1106424" cy="990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57158" y="474435"/>
            <a:ext cx="1002665" cy="1016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" marR="5080" indent="-45085">
              <a:lnSpc>
                <a:spcPct val="113999"/>
              </a:lnSpc>
              <a:spcBef>
                <a:spcPts val="100"/>
              </a:spcBef>
            </a:pPr>
            <a:r>
              <a:rPr dirty="0" sz="2850" spc="-110">
                <a:solidFill>
                  <a:srgbClr val="00163C"/>
                </a:solidFill>
                <a:latin typeface="Times New Roman"/>
                <a:cs typeface="Times New Roman"/>
              </a:rPr>
              <a:t>TEAM </a:t>
            </a:r>
            <a:r>
              <a:rPr dirty="0" sz="2850" spc="-300">
                <a:solidFill>
                  <a:srgbClr val="00163C"/>
                </a:solidFill>
                <a:latin typeface="Times New Roman"/>
                <a:cs typeface="Times New Roman"/>
              </a:rPr>
              <a:t>NAME</a:t>
            </a:r>
            <a:endParaRPr sz="28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1352" y="478535"/>
            <a:ext cx="9784080" cy="12954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150" spc="545">
                <a:solidFill>
                  <a:srgbClr val="003579"/>
                </a:solidFill>
              </a:rPr>
              <a:t>T</a:t>
            </a:r>
            <a:r>
              <a:rPr dirty="0" sz="8150" spc="400">
                <a:solidFill>
                  <a:srgbClr val="003579"/>
                </a:solidFill>
              </a:rPr>
              <a:t>H</a:t>
            </a:r>
            <a:r>
              <a:rPr dirty="0" sz="8150" spc="940">
                <a:solidFill>
                  <a:srgbClr val="003579"/>
                </a:solidFill>
              </a:rPr>
              <a:t>E</a:t>
            </a:r>
            <a:r>
              <a:rPr dirty="0" sz="8150" spc="350">
                <a:solidFill>
                  <a:srgbClr val="003579"/>
                </a:solidFill>
              </a:rPr>
              <a:t> </a:t>
            </a:r>
            <a:r>
              <a:rPr dirty="0" sz="8150" spc="-425">
                <a:solidFill>
                  <a:srgbClr val="003579"/>
                </a:solidFill>
              </a:rPr>
              <a:t>I</a:t>
            </a:r>
            <a:r>
              <a:rPr dirty="0" sz="8150" spc="-405">
                <a:solidFill>
                  <a:srgbClr val="003579"/>
                </a:solidFill>
              </a:rPr>
              <a:t>D</a:t>
            </a:r>
            <a:r>
              <a:rPr dirty="0" sz="8150" spc="-335">
                <a:solidFill>
                  <a:srgbClr val="003579"/>
                </a:solidFill>
              </a:rPr>
              <a:t>E</a:t>
            </a:r>
            <a:r>
              <a:rPr dirty="0" sz="8150" spc="165">
                <a:solidFill>
                  <a:srgbClr val="003579"/>
                </a:solidFill>
              </a:rPr>
              <a:t>A</a:t>
            </a:r>
            <a:r>
              <a:rPr dirty="0" sz="8150" spc="-1265">
                <a:solidFill>
                  <a:srgbClr val="003579"/>
                </a:solidFill>
              </a:rPr>
              <a:t> </a:t>
            </a:r>
            <a:r>
              <a:rPr dirty="0" sz="8150" spc="10"/>
              <a:t>S</a:t>
            </a:r>
            <a:r>
              <a:rPr dirty="0" sz="8150" spc="-155"/>
              <a:t>O</a:t>
            </a:r>
            <a:r>
              <a:rPr dirty="0" sz="8150" spc="-114"/>
              <a:t>L</a:t>
            </a:r>
            <a:r>
              <a:rPr dirty="0" sz="8150" spc="-60"/>
              <a:t>U</a:t>
            </a:r>
            <a:r>
              <a:rPr dirty="0" sz="8150" spc="60"/>
              <a:t>T</a:t>
            </a:r>
            <a:r>
              <a:rPr dirty="0" sz="8150" spc="-135"/>
              <a:t>I</a:t>
            </a:r>
            <a:r>
              <a:rPr dirty="0" sz="8150" spc="-155"/>
              <a:t>O</a:t>
            </a:r>
            <a:r>
              <a:rPr dirty="0" sz="8150" spc="455"/>
              <a:t>N</a:t>
            </a:r>
            <a:endParaRPr sz="815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3731" y="3098807"/>
            <a:ext cx="142875" cy="1428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3731" y="4829175"/>
            <a:ext cx="142875" cy="1428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023" y="6563440"/>
            <a:ext cx="142875" cy="1428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3731" y="8414980"/>
            <a:ext cx="142875" cy="1428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68028" y="2855221"/>
            <a:ext cx="16285844" cy="58705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43815" marR="5080">
              <a:lnSpc>
                <a:spcPct val="101400"/>
              </a:lnSpc>
              <a:spcBef>
                <a:spcPts val="60"/>
              </a:spcBef>
            </a:pPr>
            <a:r>
              <a:rPr dirty="0" sz="3450" spc="185" b="1">
                <a:latin typeface="Century Gothic"/>
                <a:cs typeface="Century Gothic"/>
              </a:rPr>
              <a:t>Present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55" b="1">
                <a:latin typeface="Century Gothic"/>
                <a:cs typeface="Century Gothic"/>
              </a:rPr>
              <a:t>your</a:t>
            </a:r>
            <a:r>
              <a:rPr dirty="0" sz="3450" spc="-5" b="1">
                <a:latin typeface="Century Gothic"/>
                <a:cs typeface="Century Gothic"/>
              </a:rPr>
              <a:t> </a:t>
            </a:r>
            <a:r>
              <a:rPr dirty="0" sz="3450" spc="140" b="1">
                <a:latin typeface="Century Gothic"/>
                <a:cs typeface="Century Gothic"/>
              </a:rPr>
              <a:t>solution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using</a:t>
            </a:r>
            <a:r>
              <a:rPr dirty="0" sz="3450" spc="-5" b="1">
                <a:latin typeface="Century Gothic"/>
                <a:cs typeface="Century Gothic"/>
              </a:rPr>
              <a:t> </a:t>
            </a:r>
            <a:r>
              <a:rPr dirty="0" sz="3450" spc="100" b="1">
                <a:latin typeface="Century Gothic"/>
                <a:cs typeface="Century Gothic"/>
              </a:rPr>
              <a:t>bullet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10" b="1">
                <a:latin typeface="Century Gothic"/>
                <a:cs typeface="Century Gothic"/>
              </a:rPr>
              <a:t>points,</a:t>
            </a:r>
            <a:r>
              <a:rPr dirty="0" sz="3450" spc="-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images,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25" b="1">
                <a:latin typeface="Century Gothic"/>
                <a:cs typeface="Century Gothic"/>
              </a:rPr>
              <a:t>flowcharts,</a:t>
            </a:r>
            <a:r>
              <a:rPr dirty="0" sz="3450" spc="-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diagrams,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20" b="1">
                <a:latin typeface="Century Gothic"/>
                <a:cs typeface="Century Gothic"/>
              </a:rPr>
              <a:t>or </a:t>
            </a:r>
            <a:r>
              <a:rPr dirty="0" sz="3450" spc="105" b="1">
                <a:latin typeface="Century Gothic"/>
                <a:cs typeface="Century Gothic"/>
              </a:rPr>
              <a:t>other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spc="90" b="1">
                <a:latin typeface="Century Gothic"/>
                <a:cs typeface="Century Gothic"/>
              </a:rPr>
              <a:t>simple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spc="90" b="1">
                <a:latin typeface="Century Gothic"/>
                <a:cs typeface="Century Gothic"/>
              </a:rPr>
              <a:t>visuals.</a:t>
            </a:r>
            <a:endParaRPr sz="34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3450">
              <a:latin typeface="Century Gothic"/>
              <a:cs typeface="Century Gothic"/>
            </a:endParaRPr>
          </a:p>
          <a:p>
            <a:pPr marL="43815" marR="601345">
              <a:lnSpc>
                <a:spcPct val="101400"/>
              </a:lnSpc>
            </a:pPr>
            <a:r>
              <a:rPr dirty="0" sz="3450" spc="50" b="1">
                <a:latin typeface="Century Gothic"/>
                <a:cs typeface="Century Gothic"/>
              </a:rPr>
              <a:t>Explain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clearly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70" b="1">
                <a:latin typeface="Century Gothic"/>
                <a:cs typeface="Century Gothic"/>
              </a:rPr>
              <a:t>how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55" b="1">
                <a:latin typeface="Century Gothic"/>
                <a:cs typeface="Century Gothic"/>
              </a:rPr>
              <a:t>your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140" b="1">
                <a:latin typeface="Century Gothic"/>
                <a:cs typeface="Century Gothic"/>
              </a:rPr>
              <a:t>solution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180" b="1">
                <a:latin typeface="Century Gothic"/>
                <a:cs typeface="Century Gothic"/>
              </a:rPr>
              <a:t>works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-40" b="1">
                <a:latin typeface="Century Gothic"/>
                <a:cs typeface="Century Gothic"/>
              </a:rPr>
              <a:t>and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70" b="1">
                <a:latin typeface="Century Gothic"/>
                <a:cs typeface="Century Gothic"/>
              </a:rPr>
              <a:t>how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175" b="1">
                <a:latin typeface="Century Gothic"/>
                <a:cs typeface="Century Gothic"/>
              </a:rPr>
              <a:t>it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180" b="1">
                <a:latin typeface="Century Gothic"/>
                <a:cs typeface="Century Gothic"/>
              </a:rPr>
              <a:t>solves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45" b="1">
                <a:latin typeface="Century Gothic"/>
                <a:cs typeface="Century Gothic"/>
              </a:rPr>
              <a:t>identified </a:t>
            </a:r>
            <a:r>
              <a:rPr dirty="0" sz="3450" spc="-10" b="1">
                <a:latin typeface="Century Gothic"/>
                <a:cs typeface="Century Gothic"/>
              </a:rPr>
              <a:t>problem</a:t>
            </a:r>
            <a:endParaRPr sz="34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3450">
              <a:latin typeface="Century Gothic"/>
              <a:cs typeface="Century Gothic"/>
            </a:endParaRPr>
          </a:p>
          <a:p>
            <a:pPr marL="12700" marR="882015">
              <a:lnSpc>
                <a:spcPct val="101400"/>
              </a:lnSpc>
              <a:spcBef>
                <a:spcPts val="5"/>
              </a:spcBef>
            </a:pPr>
            <a:r>
              <a:rPr dirty="0" sz="3450" spc="85" b="1">
                <a:latin typeface="Century Gothic"/>
                <a:cs typeface="Century Gothic"/>
              </a:rPr>
              <a:t>Highlight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key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30" b="1">
                <a:latin typeface="Century Gothic"/>
                <a:cs typeface="Century Gothic"/>
              </a:rPr>
              <a:t>features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45" b="1">
                <a:latin typeface="Century Gothic"/>
                <a:cs typeface="Century Gothic"/>
              </a:rPr>
              <a:t>or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30" b="1">
                <a:latin typeface="Century Gothic"/>
                <a:cs typeface="Century Gothic"/>
              </a:rPr>
              <a:t>aspects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80" b="1">
                <a:latin typeface="Century Gothic"/>
                <a:cs typeface="Century Gothic"/>
              </a:rPr>
              <a:t>that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-85" b="1">
                <a:latin typeface="Century Gothic"/>
                <a:cs typeface="Century Gothic"/>
              </a:rPr>
              <a:t>make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55" b="1">
                <a:latin typeface="Century Gothic"/>
                <a:cs typeface="Century Gothic"/>
              </a:rPr>
              <a:t>your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40" b="1">
                <a:latin typeface="Century Gothic"/>
                <a:cs typeface="Century Gothic"/>
              </a:rPr>
              <a:t>solution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00" b="1">
                <a:latin typeface="Century Gothic"/>
                <a:cs typeface="Century Gothic"/>
              </a:rPr>
              <a:t>different from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spc="100" b="1">
                <a:latin typeface="Century Gothic"/>
                <a:cs typeface="Century Gothic"/>
              </a:rPr>
              <a:t>existing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spc="135" b="1">
                <a:latin typeface="Century Gothic"/>
                <a:cs typeface="Century Gothic"/>
              </a:rPr>
              <a:t>solutions.</a:t>
            </a:r>
            <a:endParaRPr sz="34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005"/>
              </a:spcBef>
            </a:pPr>
            <a:endParaRPr sz="3450">
              <a:latin typeface="Century Gothic"/>
              <a:cs typeface="Century Gothic"/>
            </a:endParaRPr>
          </a:p>
          <a:p>
            <a:pPr marL="43815">
              <a:lnSpc>
                <a:spcPct val="100000"/>
              </a:lnSpc>
            </a:pPr>
            <a:r>
              <a:rPr dirty="0" sz="3450" spc="50" b="1">
                <a:latin typeface="Century Gothic"/>
                <a:cs typeface="Century Gothic"/>
              </a:rPr>
              <a:t>Explain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why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spc="200" b="1">
                <a:latin typeface="Century Gothic"/>
                <a:cs typeface="Century Gothic"/>
              </a:rPr>
              <a:t>this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-30" b="1">
                <a:latin typeface="Century Gothic"/>
                <a:cs typeface="Century Gothic"/>
              </a:rPr>
              <a:t>approach </a:t>
            </a:r>
            <a:r>
              <a:rPr dirty="0" sz="3450" spc="265" b="1">
                <a:latin typeface="Century Gothic"/>
                <a:cs typeface="Century Gothic"/>
              </a:rPr>
              <a:t>is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85" b="1">
                <a:latin typeface="Century Gothic"/>
                <a:cs typeface="Century Gothic"/>
              </a:rPr>
              <a:t>suitable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spc="-40" b="1">
                <a:latin typeface="Century Gothic"/>
                <a:cs typeface="Century Gothic"/>
              </a:rPr>
              <a:t>and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60" b="1">
                <a:latin typeface="Century Gothic"/>
                <a:cs typeface="Century Gothic"/>
              </a:rPr>
              <a:t>what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makes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175" b="1">
                <a:latin typeface="Century Gothic"/>
                <a:cs typeface="Century Gothic"/>
              </a:rPr>
              <a:t>it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practical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110" b="1">
                <a:latin typeface="Century Gothic"/>
                <a:cs typeface="Century Gothic"/>
              </a:rPr>
              <a:t>with</a:t>
            </a:r>
            <a:endParaRPr sz="345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9735" y="8704794"/>
            <a:ext cx="4349115" cy="5702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450" spc="55" b="1">
                <a:latin typeface="Century Gothic"/>
                <a:cs typeface="Century Gothic"/>
              </a:rPr>
              <a:t>today’s</a:t>
            </a:r>
            <a:r>
              <a:rPr dirty="0" sz="3450" spc="-10" b="1">
                <a:latin typeface="Century Gothic"/>
                <a:cs typeface="Century Gothic"/>
              </a:rPr>
              <a:t> technology.</a:t>
            </a:r>
            <a:endParaRPr sz="345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9918445"/>
            <a:ext cx="18288000" cy="368935"/>
          </a:xfrm>
          <a:custGeom>
            <a:avLst/>
            <a:gdLst/>
            <a:ahLst/>
            <a:cxnLst/>
            <a:rect l="l" t="t" r="r" b="b"/>
            <a:pathLst>
              <a:path w="18288000" h="368934">
                <a:moveTo>
                  <a:pt x="18287998" y="368553"/>
                </a:moveTo>
                <a:lnTo>
                  <a:pt x="0" y="368553"/>
                </a:lnTo>
                <a:lnTo>
                  <a:pt x="0" y="50911"/>
                </a:lnTo>
                <a:lnTo>
                  <a:pt x="52282" y="39806"/>
                </a:lnTo>
                <a:lnTo>
                  <a:pt x="102236" y="30487"/>
                </a:lnTo>
                <a:lnTo>
                  <a:pt x="152426" y="22413"/>
                </a:lnTo>
                <a:lnTo>
                  <a:pt x="202789" y="15577"/>
                </a:lnTo>
                <a:lnTo>
                  <a:pt x="253286" y="9951"/>
                </a:lnTo>
                <a:lnTo>
                  <a:pt x="303929" y="5608"/>
                </a:lnTo>
                <a:lnTo>
                  <a:pt x="354640" y="2510"/>
                </a:lnTo>
                <a:lnTo>
                  <a:pt x="405434" y="633"/>
                </a:lnTo>
                <a:lnTo>
                  <a:pt x="456262" y="0"/>
                </a:lnTo>
                <a:lnTo>
                  <a:pt x="17831709" y="0"/>
                </a:lnTo>
                <a:lnTo>
                  <a:pt x="17882537" y="633"/>
                </a:lnTo>
                <a:lnTo>
                  <a:pt x="17933332" y="2510"/>
                </a:lnTo>
                <a:lnTo>
                  <a:pt x="17984042" y="5608"/>
                </a:lnTo>
                <a:lnTo>
                  <a:pt x="18034685" y="9951"/>
                </a:lnTo>
                <a:lnTo>
                  <a:pt x="18085183" y="15577"/>
                </a:lnTo>
                <a:lnTo>
                  <a:pt x="18135546" y="22413"/>
                </a:lnTo>
                <a:lnTo>
                  <a:pt x="18185718" y="30487"/>
                </a:lnTo>
                <a:lnTo>
                  <a:pt x="18235689" y="39806"/>
                </a:lnTo>
                <a:lnTo>
                  <a:pt x="18285402" y="50318"/>
                </a:lnTo>
                <a:lnTo>
                  <a:pt x="18287998" y="368553"/>
                </a:lnTo>
                <a:close/>
              </a:path>
            </a:pathLst>
          </a:custGeom>
          <a:solidFill>
            <a:srgbClr val="0096B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73311" y="160268"/>
            <a:ext cx="1739264" cy="1737995"/>
          </a:xfrm>
          <a:custGeom>
            <a:avLst/>
            <a:gdLst/>
            <a:ahLst/>
            <a:cxnLst/>
            <a:rect l="l" t="t" r="r" b="b"/>
            <a:pathLst>
              <a:path w="1739264" h="1737995">
                <a:moveTo>
                  <a:pt x="1738640" y="868985"/>
                </a:moveTo>
                <a:lnTo>
                  <a:pt x="1737592" y="911623"/>
                </a:lnTo>
                <a:lnTo>
                  <a:pt x="1734454" y="954160"/>
                </a:lnTo>
                <a:lnTo>
                  <a:pt x="1729229" y="996491"/>
                </a:lnTo>
                <a:lnTo>
                  <a:pt x="1721936" y="1038516"/>
                </a:lnTo>
                <a:lnTo>
                  <a:pt x="1712588" y="1080133"/>
                </a:lnTo>
                <a:lnTo>
                  <a:pt x="1701206" y="1121239"/>
                </a:lnTo>
                <a:lnTo>
                  <a:pt x="1687824" y="1161738"/>
                </a:lnTo>
                <a:lnTo>
                  <a:pt x="1672468" y="1201530"/>
                </a:lnTo>
                <a:lnTo>
                  <a:pt x="1655176" y="1240525"/>
                </a:lnTo>
                <a:lnTo>
                  <a:pt x="1635992" y="1278621"/>
                </a:lnTo>
                <a:lnTo>
                  <a:pt x="1614962" y="1315735"/>
                </a:lnTo>
                <a:lnTo>
                  <a:pt x="1592131" y="1351769"/>
                </a:lnTo>
                <a:lnTo>
                  <a:pt x="1567563" y="1386640"/>
                </a:lnTo>
                <a:lnTo>
                  <a:pt x="1541312" y="1420264"/>
                </a:lnTo>
                <a:lnTo>
                  <a:pt x="1513442" y="1452561"/>
                </a:lnTo>
                <a:lnTo>
                  <a:pt x="1484022" y="1483451"/>
                </a:lnTo>
                <a:lnTo>
                  <a:pt x="1453118" y="1512860"/>
                </a:lnTo>
                <a:lnTo>
                  <a:pt x="1420811" y="1540720"/>
                </a:lnTo>
                <a:lnTo>
                  <a:pt x="1387173" y="1566960"/>
                </a:lnTo>
                <a:lnTo>
                  <a:pt x="1352288" y="1591522"/>
                </a:lnTo>
                <a:lnTo>
                  <a:pt x="1316240" y="1614339"/>
                </a:lnTo>
                <a:lnTo>
                  <a:pt x="1279115" y="1635361"/>
                </a:lnTo>
                <a:lnTo>
                  <a:pt x="1241002" y="1654538"/>
                </a:lnTo>
                <a:lnTo>
                  <a:pt x="1201993" y="1671824"/>
                </a:lnTo>
                <a:lnTo>
                  <a:pt x="1162184" y="1687173"/>
                </a:lnTo>
                <a:lnTo>
                  <a:pt x="1121671" y="1700554"/>
                </a:lnTo>
                <a:lnTo>
                  <a:pt x="1080548" y="1711930"/>
                </a:lnTo>
                <a:lnTo>
                  <a:pt x="1038917" y="1721274"/>
                </a:lnTo>
                <a:lnTo>
                  <a:pt x="996874" y="1728567"/>
                </a:lnTo>
                <a:lnTo>
                  <a:pt x="954529" y="1733788"/>
                </a:lnTo>
                <a:lnTo>
                  <a:pt x="911975" y="1736923"/>
                </a:lnTo>
                <a:lnTo>
                  <a:pt x="869320" y="1737971"/>
                </a:lnTo>
                <a:lnTo>
                  <a:pt x="858651" y="1737906"/>
                </a:lnTo>
                <a:lnTo>
                  <a:pt x="816012" y="1736335"/>
                </a:lnTo>
                <a:lnTo>
                  <a:pt x="773500" y="1732677"/>
                </a:lnTo>
                <a:lnTo>
                  <a:pt x="731221" y="1726937"/>
                </a:lnTo>
                <a:lnTo>
                  <a:pt x="689273" y="1719129"/>
                </a:lnTo>
                <a:lnTo>
                  <a:pt x="647759" y="1709275"/>
                </a:lnTo>
                <a:lnTo>
                  <a:pt x="606779" y="1697395"/>
                </a:lnTo>
                <a:lnTo>
                  <a:pt x="566433" y="1683519"/>
                </a:lnTo>
                <a:lnTo>
                  <a:pt x="526815" y="1667682"/>
                </a:lnTo>
                <a:lnTo>
                  <a:pt x="488021" y="1649919"/>
                </a:lnTo>
                <a:lnTo>
                  <a:pt x="450147" y="1630276"/>
                </a:lnTo>
                <a:lnTo>
                  <a:pt x="413282" y="1608800"/>
                </a:lnTo>
                <a:lnTo>
                  <a:pt x="377517" y="1585542"/>
                </a:lnTo>
                <a:lnTo>
                  <a:pt x="342937" y="1560556"/>
                </a:lnTo>
                <a:lnTo>
                  <a:pt x="309623" y="1533905"/>
                </a:lnTo>
                <a:lnTo>
                  <a:pt x="277659" y="1505650"/>
                </a:lnTo>
                <a:lnTo>
                  <a:pt x="247121" y="1475864"/>
                </a:lnTo>
                <a:lnTo>
                  <a:pt x="218080" y="1444614"/>
                </a:lnTo>
                <a:lnTo>
                  <a:pt x="190609" y="1411979"/>
                </a:lnTo>
                <a:lnTo>
                  <a:pt x="164773" y="1378035"/>
                </a:lnTo>
                <a:lnTo>
                  <a:pt x="140634" y="1342865"/>
                </a:lnTo>
                <a:lnTo>
                  <a:pt x="118249" y="1306553"/>
                </a:lnTo>
                <a:lnTo>
                  <a:pt x="97676" y="1269185"/>
                </a:lnTo>
                <a:lnTo>
                  <a:pt x="78961" y="1230856"/>
                </a:lnTo>
                <a:lnTo>
                  <a:pt x="62150" y="1191653"/>
                </a:lnTo>
                <a:lnTo>
                  <a:pt x="47283" y="1151674"/>
                </a:lnTo>
                <a:lnTo>
                  <a:pt x="34399" y="1111015"/>
                </a:lnTo>
                <a:lnTo>
                  <a:pt x="23524" y="1069772"/>
                </a:lnTo>
                <a:lnTo>
                  <a:pt x="14686" y="1028043"/>
                </a:lnTo>
                <a:lnTo>
                  <a:pt x="7908" y="985933"/>
                </a:lnTo>
                <a:lnTo>
                  <a:pt x="3204" y="943541"/>
                </a:lnTo>
                <a:lnTo>
                  <a:pt x="589" y="900969"/>
                </a:lnTo>
                <a:lnTo>
                  <a:pt x="0" y="868985"/>
                </a:lnTo>
                <a:lnTo>
                  <a:pt x="65" y="858321"/>
                </a:lnTo>
                <a:lnTo>
                  <a:pt x="1636" y="815698"/>
                </a:lnTo>
                <a:lnTo>
                  <a:pt x="5296" y="773203"/>
                </a:lnTo>
                <a:lnTo>
                  <a:pt x="11040" y="730940"/>
                </a:lnTo>
                <a:lnTo>
                  <a:pt x="18849" y="689007"/>
                </a:lnTo>
                <a:lnTo>
                  <a:pt x="28708" y="647510"/>
                </a:lnTo>
                <a:lnTo>
                  <a:pt x="40592" y="606547"/>
                </a:lnTo>
                <a:lnTo>
                  <a:pt x="54472" y="566213"/>
                </a:lnTo>
                <a:lnTo>
                  <a:pt x="70316" y="526610"/>
                </a:lnTo>
                <a:lnTo>
                  <a:pt x="88084" y="487834"/>
                </a:lnTo>
                <a:lnTo>
                  <a:pt x="107735" y="449973"/>
                </a:lnTo>
                <a:lnTo>
                  <a:pt x="129219" y="413123"/>
                </a:lnTo>
                <a:lnTo>
                  <a:pt x="152489" y="377371"/>
                </a:lnTo>
                <a:lnTo>
                  <a:pt x="177484" y="342804"/>
                </a:lnTo>
                <a:lnTo>
                  <a:pt x="204145" y="309504"/>
                </a:lnTo>
                <a:lnTo>
                  <a:pt x="232410" y="277553"/>
                </a:lnTo>
                <a:lnTo>
                  <a:pt x="262207" y="247026"/>
                </a:lnTo>
                <a:lnTo>
                  <a:pt x="293469" y="217997"/>
                </a:lnTo>
                <a:lnTo>
                  <a:pt x="326118" y="190536"/>
                </a:lnTo>
                <a:lnTo>
                  <a:pt x="360075" y="164709"/>
                </a:lnTo>
                <a:lnTo>
                  <a:pt x="395258" y="140579"/>
                </a:lnTo>
                <a:lnTo>
                  <a:pt x="431585" y="118204"/>
                </a:lnTo>
                <a:lnTo>
                  <a:pt x="468965" y="97639"/>
                </a:lnTo>
                <a:lnTo>
                  <a:pt x="507311" y="78932"/>
                </a:lnTo>
                <a:lnTo>
                  <a:pt x="546528" y="62125"/>
                </a:lnTo>
                <a:lnTo>
                  <a:pt x="586523" y="47266"/>
                </a:lnTo>
                <a:lnTo>
                  <a:pt x="627198" y="34384"/>
                </a:lnTo>
                <a:lnTo>
                  <a:pt x="668458" y="23514"/>
                </a:lnTo>
                <a:lnTo>
                  <a:pt x="710201" y="14680"/>
                </a:lnTo>
                <a:lnTo>
                  <a:pt x="752327" y="7904"/>
                </a:lnTo>
                <a:lnTo>
                  <a:pt x="794734" y="3203"/>
                </a:lnTo>
                <a:lnTo>
                  <a:pt x="837324" y="589"/>
                </a:lnTo>
                <a:lnTo>
                  <a:pt x="869320" y="0"/>
                </a:lnTo>
                <a:lnTo>
                  <a:pt x="879989" y="65"/>
                </a:lnTo>
                <a:lnTo>
                  <a:pt x="922628" y="1636"/>
                </a:lnTo>
                <a:lnTo>
                  <a:pt x="965140" y="5294"/>
                </a:lnTo>
                <a:lnTo>
                  <a:pt x="1007419" y="11034"/>
                </a:lnTo>
                <a:lnTo>
                  <a:pt x="1049367" y="18842"/>
                </a:lnTo>
                <a:lnTo>
                  <a:pt x="1090880" y="28696"/>
                </a:lnTo>
                <a:lnTo>
                  <a:pt x="1131861" y="40576"/>
                </a:lnTo>
                <a:lnTo>
                  <a:pt x="1172207" y="54451"/>
                </a:lnTo>
                <a:lnTo>
                  <a:pt x="1211825" y="70289"/>
                </a:lnTo>
                <a:lnTo>
                  <a:pt x="1250619" y="88050"/>
                </a:lnTo>
                <a:lnTo>
                  <a:pt x="1288493" y="107693"/>
                </a:lnTo>
                <a:lnTo>
                  <a:pt x="1325358" y="129171"/>
                </a:lnTo>
                <a:lnTo>
                  <a:pt x="1361122" y="152429"/>
                </a:lnTo>
                <a:lnTo>
                  <a:pt x="1395703" y="177415"/>
                </a:lnTo>
                <a:lnTo>
                  <a:pt x="1429017" y="204066"/>
                </a:lnTo>
                <a:lnTo>
                  <a:pt x="1460980" y="232321"/>
                </a:lnTo>
                <a:lnTo>
                  <a:pt x="1491519" y="262107"/>
                </a:lnTo>
                <a:lnTo>
                  <a:pt x="1520560" y="293356"/>
                </a:lnTo>
                <a:lnTo>
                  <a:pt x="1548031" y="325992"/>
                </a:lnTo>
                <a:lnTo>
                  <a:pt x="1573867" y="359936"/>
                </a:lnTo>
                <a:lnTo>
                  <a:pt x="1598006" y="395105"/>
                </a:lnTo>
                <a:lnTo>
                  <a:pt x="1620390" y="431418"/>
                </a:lnTo>
                <a:lnTo>
                  <a:pt x="1640964" y="468786"/>
                </a:lnTo>
                <a:lnTo>
                  <a:pt x="1659679" y="507114"/>
                </a:lnTo>
                <a:lnTo>
                  <a:pt x="1676490" y="546316"/>
                </a:lnTo>
                <a:lnTo>
                  <a:pt x="1691357" y="586297"/>
                </a:lnTo>
                <a:lnTo>
                  <a:pt x="1704241" y="626956"/>
                </a:lnTo>
                <a:lnTo>
                  <a:pt x="1715116" y="668199"/>
                </a:lnTo>
                <a:lnTo>
                  <a:pt x="1723953" y="709928"/>
                </a:lnTo>
                <a:lnTo>
                  <a:pt x="1730731" y="752038"/>
                </a:lnTo>
                <a:lnTo>
                  <a:pt x="1735435" y="794429"/>
                </a:lnTo>
                <a:lnTo>
                  <a:pt x="1738051" y="837002"/>
                </a:lnTo>
                <a:lnTo>
                  <a:pt x="1738640" y="868985"/>
                </a:lnTo>
                <a:close/>
              </a:path>
            </a:pathLst>
          </a:custGeom>
          <a:ln w="13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823" y="527304"/>
            <a:ext cx="1106423" cy="990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57158" y="474435"/>
            <a:ext cx="1002665" cy="1016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" marR="5080" indent="-45085">
              <a:lnSpc>
                <a:spcPct val="113999"/>
              </a:lnSpc>
              <a:spcBef>
                <a:spcPts val="100"/>
              </a:spcBef>
            </a:pPr>
            <a:r>
              <a:rPr dirty="0" sz="2850" spc="-110">
                <a:solidFill>
                  <a:srgbClr val="00163C"/>
                </a:solidFill>
                <a:latin typeface="Times New Roman"/>
                <a:cs typeface="Times New Roman"/>
              </a:rPr>
              <a:t>TEAM </a:t>
            </a:r>
            <a:r>
              <a:rPr dirty="0" sz="2850" spc="-300">
                <a:solidFill>
                  <a:srgbClr val="00163C"/>
                </a:solidFill>
                <a:latin typeface="Times New Roman"/>
                <a:cs typeface="Times New Roman"/>
              </a:rPr>
              <a:t>NAME</a:t>
            </a:r>
            <a:endParaRPr sz="28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4920" y="399288"/>
            <a:ext cx="9698736" cy="110947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151783" y="392699"/>
            <a:ext cx="9585960" cy="10890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950" spc="50">
                <a:solidFill>
                  <a:srgbClr val="003579"/>
                </a:solidFill>
              </a:rPr>
              <a:t>T</a:t>
            </a:r>
            <a:r>
              <a:rPr dirty="0" sz="6950" spc="-65">
                <a:solidFill>
                  <a:srgbClr val="003579"/>
                </a:solidFill>
              </a:rPr>
              <a:t>E</a:t>
            </a:r>
            <a:r>
              <a:rPr dirty="0" sz="6950" spc="-130">
                <a:solidFill>
                  <a:srgbClr val="003579"/>
                </a:solidFill>
              </a:rPr>
              <a:t>C</a:t>
            </a:r>
            <a:r>
              <a:rPr dirty="0" sz="6950" spc="-65">
                <a:solidFill>
                  <a:srgbClr val="003579"/>
                </a:solidFill>
              </a:rPr>
              <a:t>H</a:t>
            </a:r>
            <a:r>
              <a:rPr dirty="0" sz="6950" spc="-110">
                <a:solidFill>
                  <a:srgbClr val="003579"/>
                </a:solidFill>
              </a:rPr>
              <a:t>N</a:t>
            </a:r>
            <a:r>
              <a:rPr dirty="0" sz="6950" spc="-114">
                <a:solidFill>
                  <a:srgbClr val="003579"/>
                </a:solidFill>
              </a:rPr>
              <a:t>I</a:t>
            </a:r>
            <a:r>
              <a:rPr dirty="0" sz="6950" spc="-180">
                <a:solidFill>
                  <a:srgbClr val="003579"/>
                </a:solidFill>
              </a:rPr>
              <a:t>C</a:t>
            </a:r>
            <a:r>
              <a:rPr dirty="0" sz="6950" spc="-140">
                <a:solidFill>
                  <a:srgbClr val="003579"/>
                </a:solidFill>
              </a:rPr>
              <a:t>A</a:t>
            </a:r>
            <a:r>
              <a:rPr dirty="0" sz="6950" spc="390">
                <a:solidFill>
                  <a:srgbClr val="003579"/>
                </a:solidFill>
              </a:rPr>
              <a:t>L</a:t>
            </a:r>
            <a:r>
              <a:rPr dirty="0" sz="6950" spc="-405">
                <a:solidFill>
                  <a:srgbClr val="003579"/>
                </a:solidFill>
              </a:rPr>
              <a:t> </a:t>
            </a:r>
            <a:r>
              <a:rPr dirty="0" sz="6950" spc="-240"/>
              <a:t>A</a:t>
            </a:r>
            <a:r>
              <a:rPr dirty="0" sz="6950" spc="-135"/>
              <a:t>PPR</a:t>
            </a:r>
            <a:r>
              <a:rPr dirty="0" sz="6950" spc="-395"/>
              <a:t>O</a:t>
            </a:r>
            <a:r>
              <a:rPr dirty="0" sz="6950" spc="-409"/>
              <a:t>A</a:t>
            </a:r>
            <a:r>
              <a:rPr dirty="0" sz="6950" spc="-229"/>
              <a:t>C</a:t>
            </a:r>
            <a:r>
              <a:rPr dirty="0" sz="6950" spc="290"/>
              <a:t>H</a:t>
            </a:r>
            <a:endParaRPr sz="695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530" y="3280722"/>
            <a:ext cx="142875" cy="1428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325" y="5295900"/>
            <a:ext cx="142875" cy="1428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050" y="7122140"/>
            <a:ext cx="142875" cy="1428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97534" y="3037136"/>
            <a:ext cx="17289145" cy="492887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7365">
              <a:lnSpc>
                <a:spcPct val="101400"/>
              </a:lnSpc>
              <a:spcBef>
                <a:spcPts val="60"/>
              </a:spcBef>
            </a:pPr>
            <a:r>
              <a:rPr dirty="0" sz="3450" spc="195" b="1">
                <a:latin typeface="Century Gothic"/>
                <a:cs typeface="Century Gothic"/>
              </a:rPr>
              <a:t>Show</a:t>
            </a:r>
            <a:r>
              <a:rPr dirty="0" sz="3450" spc="-90" b="1">
                <a:latin typeface="Century Gothic"/>
                <a:cs typeface="Century Gothic"/>
              </a:rPr>
              <a:t> </a:t>
            </a:r>
            <a:r>
              <a:rPr dirty="0" sz="3450" spc="-235" b="1">
                <a:latin typeface="Century Gothic"/>
                <a:cs typeface="Century Gothic"/>
              </a:rPr>
              <a:t>a</a:t>
            </a:r>
            <a:r>
              <a:rPr dirty="0" sz="3450" spc="-4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clear</a:t>
            </a:r>
            <a:r>
              <a:rPr dirty="0" sz="3450" spc="-65" b="1">
                <a:latin typeface="Century Gothic"/>
                <a:cs typeface="Century Gothic"/>
              </a:rPr>
              <a:t> </a:t>
            </a:r>
            <a:r>
              <a:rPr dirty="0" sz="3450" spc="-40" b="1">
                <a:latin typeface="Century Gothic"/>
                <a:cs typeface="Century Gothic"/>
              </a:rPr>
              <a:t>diagram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spc="160" b="1">
                <a:latin typeface="Century Gothic"/>
                <a:cs typeface="Century Gothic"/>
              </a:rPr>
              <a:t>of</a:t>
            </a:r>
            <a:r>
              <a:rPr dirty="0" sz="3450" spc="-65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-65" b="1">
                <a:latin typeface="Century Gothic"/>
                <a:cs typeface="Century Gothic"/>
              </a:rPr>
              <a:t> </a:t>
            </a:r>
            <a:r>
              <a:rPr dirty="0" sz="3450" spc="120" b="1">
                <a:latin typeface="Century Gothic"/>
                <a:cs typeface="Century Gothic"/>
              </a:rPr>
              <a:t>solution,</a:t>
            </a:r>
            <a:r>
              <a:rPr dirty="0" sz="3450" spc="-65" b="1">
                <a:latin typeface="Century Gothic"/>
                <a:cs typeface="Century Gothic"/>
              </a:rPr>
              <a:t> </a:t>
            </a:r>
            <a:r>
              <a:rPr dirty="0" sz="3450" spc="114" b="1">
                <a:latin typeface="Century Gothic"/>
                <a:cs typeface="Century Gothic"/>
              </a:rPr>
              <a:t>such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spc="110" b="1">
                <a:latin typeface="Century Gothic"/>
                <a:cs typeface="Century Gothic"/>
              </a:rPr>
              <a:t>as</a:t>
            </a:r>
            <a:r>
              <a:rPr dirty="0" sz="3450" spc="-65" b="1">
                <a:latin typeface="Century Gothic"/>
                <a:cs typeface="Century Gothic"/>
              </a:rPr>
              <a:t> </a:t>
            </a:r>
            <a:r>
              <a:rPr dirty="0" sz="3450" spc="-20" b="1">
                <a:latin typeface="Century Gothic"/>
                <a:cs typeface="Century Gothic"/>
              </a:rPr>
              <a:t>an</a:t>
            </a:r>
            <a:r>
              <a:rPr dirty="0" sz="3450" spc="-65" b="1">
                <a:latin typeface="Century Gothic"/>
                <a:cs typeface="Century Gothic"/>
              </a:rPr>
              <a:t> </a:t>
            </a:r>
            <a:r>
              <a:rPr dirty="0" sz="3450" spc="60" b="1">
                <a:latin typeface="Century Gothic"/>
                <a:cs typeface="Century Gothic"/>
              </a:rPr>
              <a:t>architecture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spc="-35" b="1">
                <a:latin typeface="Century Gothic"/>
                <a:cs typeface="Century Gothic"/>
              </a:rPr>
              <a:t>diagram,</a:t>
            </a:r>
            <a:r>
              <a:rPr dirty="0" sz="3450" spc="-65" b="1">
                <a:latin typeface="Century Gothic"/>
                <a:cs typeface="Century Gothic"/>
              </a:rPr>
              <a:t> </a:t>
            </a:r>
            <a:r>
              <a:rPr dirty="0" sz="3450" spc="-20" b="1">
                <a:latin typeface="Century Gothic"/>
                <a:cs typeface="Century Gothic"/>
              </a:rPr>
              <a:t>block </a:t>
            </a:r>
            <a:r>
              <a:rPr dirty="0" sz="3450" spc="-35" b="1">
                <a:latin typeface="Century Gothic"/>
                <a:cs typeface="Century Gothic"/>
              </a:rPr>
              <a:t>diagram,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spc="85" b="1">
                <a:latin typeface="Century Gothic"/>
                <a:cs typeface="Century Gothic"/>
              </a:rPr>
              <a:t>flowchart,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spc="145" b="1">
                <a:latin typeface="Century Gothic"/>
                <a:cs typeface="Century Gothic"/>
              </a:rPr>
              <a:t>or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60" b="1">
                <a:latin typeface="Century Gothic"/>
                <a:cs typeface="Century Gothic"/>
              </a:rPr>
              <a:t>flow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spc="-10" b="1">
                <a:latin typeface="Century Gothic"/>
                <a:cs typeface="Century Gothic"/>
              </a:rPr>
              <a:t>diagram.</a:t>
            </a:r>
            <a:endParaRPr sz="34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235"/>
              </a:spcBef>
            </a:pPr>
            <a:endParaRPr sz="3450">
              <a:latin typeface="Century Gothic"/>
              <a:cs typeface="Century Gothic"/>
            </a:endParaRPr>
          </a:p>
          <a:p>
            <a:pPr marL="48260" marR="5080">
              <a:lnSpc>
                <a:spcPct val="101400"/>
              </a:lnSpc>
              <a:spcBef>
                <a:spcPts val="5"/>
              </a:spcBef>
            </a:pPr>
            <a:r>
              <a:rPr dirty="0" sz="3450" spc="50" b="1">
                <a:latin typeface="Century Gothic"/>
                <a:cs typeface="Century Gothic"/>
              </a:rPr>
              <a:t>Explain</a:t>
            </a:r>
            <a:r>
              <a:rPr dirty="0" sz="3450" spc="-40" b="1">
                <a:latin typeface="Century Gothic"/>
                <a:cs typeface="Century Gothic"/>
              </a:rPr>
              <a:t> </a:t>
            </a:r>
            <a:r>
              <a:rPr dirty="0" sz="3450" spc="70" b="1">
                <a:latin typeface="Century Gothic"/>
                <a:cs typeface="Century Gothic"/>
              </a:rPr>
              <a:t>how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-40" b="1">
                <a:latin typeface="Century Gothic"/>
                <a:cs typeface="Century Gothic"/>
              </a:rPr>
              <a:t> </a:t>
            </a:r>
            <a:r>
              <a:rPr dirty="0" sz="3450" spc="170" b="1">
                <a:latin typeface="Century Gothic"/>
                <a:cs typeface="Century Gothic"/>
              </a:rPr>
              <a:t>system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spc="180" b="1">
                <a:latin typeface="Century Gothic"/>
                <a:cs typeface="Century Gothic"/>
              </a:rPr>
              <a:t>works</a:t>
            </a:r>
            <a:r>
              <a:rPr dirty="0" sz="3450" spc="-40" b="1">
                <a:latin typeface="Century Gothic"/>
                <a:cs typeface="Century Gothic"/>
              </a:rPr>
              <a:t> </a:t>
            </a:r>
            <a:r>
              <a:rPr dirty="0" sz="3450" spc="165" b="1">
                <a:latin typeface="Century Gothic"/>
                <a:cs typeface="Century Gothic"/>
              </a:rPr>
              <a:t>step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by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spc="165" b="1">
                <a:latin typeface="Century Gothic"/>
                <a:cs typeface="Century Gothic"/>
              </a:rPr>
              <a:t>step</a:t>
            </a:r>
            <a:r>
              <a:rPr dirty="0" sz="3450" spc="-40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using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spc="55" b="1">
                <a:latin typeface="Century Gothic"/>
                <a:cs typeface="Century Gothic"/>
              </a:rPr>
              <a:t>concise</a:t>
            </a:r>
            <a:r>
              <a:rPr dirty="0" sz="3450" spc="-40" b="1">
                <a:latin typeface="Century Gothic"/>
                <a:cs typeface="Century Gothic"/>
              </a:rPr>
              <a:t> </a:t>
            </a:r>
            <a:r>
              <a:rPr dirty="0" sz="3450" spc="130" b="1">
                <a:latin typeface="Century Gothic"/>
                <a:cs typeface="Century Gothic"/>
              </a:rPr>
              <a:t>points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spc="145" b="1">
                <a:latin typeface="Century Gothic"/>
                <a:cs typeface="Century Gothic"/>
              </a:rPr>
              <a:t>or</a:t>
            </a:r>
            <a:r>
              <a:rPr dirty="0" sz="3450" spc="-40" b="1">
                <a:latin typeface="Century Gothic"/>
                <a:cs typeface="Century Gothic"/>
              </a:rPr>
              <a:t> </a:t>
            </a:r>
            <a:r>
              <a:rPr dirty="0" sz="3450" spc="-235" b="1">
                <a:latin typeface="Century Gothic"/>
                <a:cs typeface="Century Gothic"/>
              </a:rPr>
              <a:t>a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spc="70" b="1">
                <a:latin typeface="Century Gothic"/>
                <a:cs typeface="Century Gothic"/>
              </a:rPr>
              <a:t>format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spc="135" b="1">
                <a:latin typeface="Century Gothic"/>
                <a:cs typeface="Century Gothic"/>
              </a:rPr>
              <a:t>of </a:t>
            </a:r>
            <a:r>
              <a:rPr dirty="0" sz="3450" spc="55" b="1">
                <a:latin typeface="Century Gothic"/>
                <a:cs typeface="Century Gothic"/>
              </a:rPr>
              <a:t>your</a:t>
            </a:r>
            <a:r>
              <a:rPr dirty="0" sz="3450" spc="-40" b="1">
                <a:latin typeface="Century Gothic"/>
                <a:cs typeface="Century Gothic"/>
              </a:rPr>
              <a:t> </a:t>
            </a:r>
            <a:r>
              <a:rPr dirty="0" sz="3450" spc="-10" b="1">
                <a:latin typeface="Century Gothic"/>
                <a:cs typeface="Century Gothic"/>
              </a:rPr>
              <a:t>choice.</a:t>
            </a:r>
            <a:endParaRPr sz="34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50"/>
              </a:spcBef>
            </a:pPr>
            <a:endParaRPr sz="3450">
              <a:latin typeface="Century Gothic"/>
              <a:cs typeface="Century Gothic"/>
            </a:endParaRPr>
          </a:p>
          <a:p>
            <a:pPr marL="50800" marR="1704975">
              <a:lnSpc>
                <a:spcPct val="101400"/>
              </a:lnSpc>
            </a:pPr>
            <a:r>
              <a:rPr dirty="0" sz="3450" spc="75" b="1">
                <a:latin typeface="Century Gothic"/>
                <a:cs typeface="Century Gothic"/>
              </a:rPr>
              <a:t>Mention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key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80" b="1">
                <a:latin typeface="Century Gothic"/>
                <a:cs typeface="Century Gothic"/>
              </a:rPr>
              <a:t>technologies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spc="90" b="1">
                <a:latin typeface="Century Gothic"/>
                <a:cs typeface="Century Gothic"/>
              </a:rPr>
              <a:t>used,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including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programming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-10" b="1">
                <a:latin typeface="Century Gothic"/>
                <a:cs typeface="Century Gothic"/>
              </a:rPr>
              <a:t>languages, </a:t>
            </a:r>
            <a:r>
              <a:rPr dirty="0" sz="3450" spc="100" b="1">
                <a:latin typeface="Century Gothic"/>
                <a:cs typeface="Century Gothic"/>
              </a:rPr>
              <a:t>frameworks,</a:t>
            </a:r>
            <a:r>
              <a:rPr dirty="0" sz="3450" spc="-4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AI</a:t>
            </a:r>
            <a:r>
              <a:rPr dirty="0" sz="3450" spc="-50" b="1">
                <a:latin typeface="Century Gothic"/>
                <a:cs typeface="Century Gothic"/>
              </a:rPr>
              <a:t> </a:t>
            </a:r>
            <a:r>
              <a:rPr dirty="0" sz="3450" spc="60" b="1">
                <a:latin typeface="Century Gothic"/>
                <a:cs typeface="Century Gothic"/>
              </a:rPr>
              <a:t>models,</a:t>
            </a:r>
            <a:r>
              <a:rPr dirty="0" sz="3450" spc="-4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hardware,</a:t>
            </a:r>
            <a:r>
              <a:rPr dirty="0" sz="3450" spc="-45" b="1">
                <a:latin typeface="Century Gothic"/>
                <a:cs typeface="Century Gothic"/>
              </a:rPr>
              <a:t> </a:t>
            </a:r>
            <a:r>
              <a:rPr dirty="0" sz="3450" spc="210" b="1">
                <a:latin typeface="Century Gothic"/>
                <a:cs typeface="Century Gothic"/>
              </a:rPr>
              <a:t>sensors,</a:t>
            </a:r>
            <a:r>
              <a:rPr dirty="0" sz="3450" spc="-45" b="1">
                <a:latin typeface="Century Gothic"/>
                <a:cs typeface="Century Gothic"/>
              </a:rPr>
              <a:t> </a:t>
            </a:r>
            <a:r>
              <a:rPr dirty="0" sz="3450" spc="145" b="1">
                <a:latin typeface="Century Gothic"/>
                <a:cs typeface="Century Gothic"/>
              </a:rPr>
              <a:t>or</a:t>
            </a:r>
            <a:r>
              <a:rPr dirty="0" sz="3450" spc="-45" b="1">
                <a:latin typeface="Century Gothic"/>
                <a:cs typeface="Century Gothic"/>
              </a:rPr>
              <a:t> </a:t>
            </a:r>
            <a:r>
              <a:rPr dirty="0" sz="3450" spc="85" b="1">
                <a:latin typeface="Century Gothic"/>
                <a:cs typeface="Century Gothic"/>
              </a:rPr>
              <a:t>platforms.</a:t>
            </a:r>
            <a:endParaRPr sz="3450">
              <a:latin typeface="Century Gothic"/>
              <a:cs typeface="Century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050" y="8948380"/>
            <a:ext cx="142875" cy="14287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36053" y="8704794"/>
            <a:ext cx="15841344" cy="5702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450" spc="105" b="1">
                <a:latin typeface="Century Gothic"/>
                <a:cs typeface="Century Gothic"/>
              </a:rPr>
              <a:t>Specify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00" b="1">
                <a:latin typeface="Century Gothic"/>
                <a:cs typeface="Century Gothic"/>
              </a:rPr>
              <a:t>datasets,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-20" b="1">
                <a:latin typeface="Century Gothic"/>
                <a:cs typeface="Century Gothic"/>
              </a:rPr>
              <a:t>data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spc="140" b="1">
                <a:latin typeface="Century Gothic"/>
                <a:cs typeface="Century Gothic"/>
              </a:rPr>
              <a:t>sources,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45" b="1">
                <a:latin typeface="Century Gothic"/>
                <a:cs typeface="Century Gothic"/>
              </a:rPr>
              <a:t>or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other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spc="130" b="1">
                <a:latin typeface="Century Gothic"/>
                <a:cs typeface="Century Gothic"/>
              </a:rPr>
              <a:t>inputs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00" b="1">
                <a:latin typeface="Century Gothic"/>
                <a:cs typeface="Century Gothic"/>
              </a:rPr>
              <a:t>used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by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spc="100" b="1">
                <a:latin typeface="Century Gothic"/>
                <a:cs typeface="Century Gothic"/>
              </a:rPr>
              <a:t>solution.</a:t>
            </a:r>
            <a:endParaRPr sz="345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9918445"/>
            <a:ext cx="18288000" cy="368935"/>
          </a:xfrm>
          <a:custGeom>
            <a:avLst/>
            <a:gdLst/>
            <a:ahLst/>
            <a:cxnLst/>
            <a:rect l="l" t="t" r="r" b="b"/>
            <a:pathLst>
              <a:path w="18288000" h="368934">
                <a:moveTo>
                  <a:pt x="18287998" y="368553"/>
                </a:moveTo>
                <a:lnTo>
                  <a:pt x="0" y="368553"/>
                </a:lnTo>
                <a:lnTo>
                  <a:pt x="0" y="50911"/>
                </a:lnTo>
                <a:lnTo>
                  <a:pt x="52282" y="39806"/>
                </a:lnTo>
                <a:lnTo>
                  <a:pt x="102236" y="30487"/>
                </a:lnTo>
                <a:lnTo>
                  <a:pt x="152426" y="22413"/>
                </a:lnTo>
                <a:lnTo>
                  <a:pt x="202789" y="15577"/>
                </a:lnTo>
                <a:lnTo>
                  <a:pt x="253286" y="9951"/>
                </a:lnTo>
                <a:lnTo>
                  <a:pt x="303929" y="5608"/>
                </a:lnTo>
                <a:lnTo>
                  <a:pt x="354640" y="2510"/>
                </a:lnTo>
                <a:lnTo>
                  <a:pt x="405434" y="633"/>
                </a:lnTo>
                <a:lnTo>
                  <a:pt x="456262" y="0"/>
                </a:lnTo>
                <a:lnTo>
                  <a:pt x="17831709" y="0"/>
                </a:lnTo>
                <a:lnTo>
                  <a:pt x="17857125" y="158"/>
                </a:lnTo>
                <a:lnTo>
                  <a:pt x="17907941" y="1418"/>
                </a:lnTo>
                <a:lnTo>
                  <a:pt x="17958700" y="3906"/>
                </a:lnTo>
                <a:lnTo>
                  <a:pt x="18009368" y="7622"/>
                </a:lnTo>
                <a:lnTo>
                  <a:pt x="18059951" y="12617"/>
                </a:lnTo>
                <a:lnTo>
                  <a:pt x="18110381" y="18839"/>
                </a:lnTo>
                <a:lnTo>
                  <a:pt x="18160662" y="26297"/>
                </a:lnTo>
                <a:lnTo>
                  <a:pt x="18210725" y="34989"/>
                </a:lnTo>
                <a:lnTo>
                  <a:pt x="18260575" y="44906"/>
                </a:lnTo>
                <a:lnTo>
                  <a:pt x="18287998" y="368553"/>
                </a:lnTo>
                <a:close/>
              </a:path>
            </a:pathLst>
          </a:custGeom>
          <a:solidFill>
            <a:srgbClr val="0096B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73311" y="160268"/>
            <a:ext cx="1739264" cy="1737995"/>
          </a:xfrm>
          <a:custGeom>
            <a:avLst/>
            <a:gdLst/>
            <a:ahLst/>
            <a:cxnLst/>
            <a:rect l="l" t="t" r="r" b="b"/>
            <a:pathLst>
              <a:path w="1739264" h="1737995">
                <a:moveTo>
                  <a:pt x="1738640" y="868985"/>
                </a:moveTo>
                <a:lnTo>
                  <a:pt x="1737592" y="911623"/>
                </a:lnTo>
                <a:lnTo>
                  <a:pt x="1734454" y="954160"/>
                </a:lnTo>
                <a:lnTo>
                  <a:pt x="1729229" y="996491"/>
                </a:lnTo>
                <a:lnTo>
                  <a:pt x="1721936" y="1038516"/>
                </a:lnTo>
                <a:lnTo>
                  <a:pt x="1712588" y="1080133"/>
                </a:lnTo>
                <a:lnTo>
                  <a:pt x="1701206" y="1121239"/>
                </a:lnTo>
                <a:lnTo>
                  <a:pt x="1687824" y="1161738"/>
                </a:lnTo>
                <a:lnTo>
                  <a:pt x="1672468" y="1201530"/>
                </a:lnTo>
                <a:lnTo>
                  <a:pt x="1655176" y="1240525"/>
                </a:lnTo>
                <a:lnTo>
                  <a:pt x="1635992" y="1278621"/>
                </a:lnTo>
                <a:lnTo>
                  <a:pt x="1614962" y="1315735"/>
                </a:lnTo>
                <a:lnTo>
                  <a:pt x="1592131" y="1351769"/>
                </a:lnTo>
                <a:lnTo>
                  <a:pt x="1567563" y="1386640"/>
                </a:lnTo>
                <a:lnTo>
                  <a:pt x="1541312" y="1420264"/>
                </a:lnTo>
                <a:lnTo>
                  <a:pt x="1513442" y="1452561"/>
                </a:lnTo>
                <a:lnTo>
                  <a:pt x="1484022" y="1483451"/>
                </a:lnTo>
                <a:lnTo>
                  <a:pt x="1453118" y="1512860"/>
                </a:lnTo>
                <a:lnTo>
                  <a:pt x="1420811" y="1540720"/>
                </a:lnTo>
                <a:lnTo>
                  <a:pt x="1387173" y="1566960"/>
                </a:lnTo>
                <a:lnTo>
                  <a:pt x="1352288" y="1591522"/>
                </a:lnTo>
                <a:lnTo>
                  <a:pt x="1316240" y="1614339"/>
                </a:lnTo>
                <a:lnTo>
                  <a:pt x="1279115" y="1635361"/>
                </a:lnTo>
                <a:lnTo>
                  <a:pt x="1241002" y="1654538"/>
                </a:lnTo>
                <a:lnTo>
                  <a:pt x="1201993" y="1671824"/>
                </a:lnTo>
                <a:lnTo>
                  <a:pt x="1162184" y="1687173"/>
                </a:lnTo>
                <a:lnTo>
                  <a:pt x="1121671" y="1700554"/>
                </a:lnTo>
                <a:lnTo>
                  <a:pt x="1080548" y="1711930"/>
                </a:lnTo>
                <a:lnTo>
                  <a:pt x="1038917" y="1721274"/>
                </a:lnTo>
                <a:lnTo>
                  <a:pt x="996874" y="1728567"/>
                </a:lnTo>
                <a:lnTo>
                  <a:pt x="954529" y="1733788"/>
                </a:lnTo>
                <a:lnTo>
                  <a:pt x="911975" y="1736923"/>
                </a:lnTo>
                <a:lnTo>
                  <a:pt x="869320" y="1737971"/>
                </a:lnTo>
                <a:lnTo>
                  <a:pt x="858651" y="1737906"/>
                </a:lnTo>
                <a:lnTo>
                  <a:pt x="816012" y="1736335"/>
                </a:lnTo>
                <a:lnTo>
                  <a:pt x="773500" y="1732677"/>
                </a:lnTo>
                <a:lnTo>
                  <a:pt x="731221" y="1726937"/>
                </a:lnTo>
                <a:lnTo>
                  <a:pt x="689273" y="1719129"/>
                </a:lnTo>
                <a:lnTo>
                  <a:pt x="647759" y="1709275"/>
                </a:lnTo>
                <a:lnTo>
                  <a:pt x="606779" y="1697395"/>
                </a:lnTo>
                <a:lnTo>
                  <a:pt x="566433" y="1683519"/>
                </a:lnTo>
                <a:lnTo>
                  <a:pt x="526815" y="1667682"/>
                </a:lnTo>
                <a:lnTo>
                  <a:pt x="488021" y="1649919"/>
                </a:lnTo>
                <a:lnTo>
                  <a:pt x="450147" y="1630276"/>
                </a:lnTo>
                <a:lnTo>
                  <a:pt x="413282" y="1608800"/>
                </a:lnTo>
                <a:lnTo>
                  <a:pt x="377517" y="1585542"/>
                </a:lnTo>
                <a:lnTo>
                  <a:pt x="342937" y="1560556"/>
                </a:lnTo>
                <a:lnTo>
                  <a:pt x="309623" y="1533905"/>
                </a:lnTo>
                <a:lnTo>
                  <a:pt x="277659" y="1505650"/>
                </a:lnTo>
                <a:lnTo>
                  <a:pt x="247121" y="1475864"/>
                </a:lnTo>
                <a:lnTo>
                  <a:pt x="218080" y="1444614"/>
                </a:lnTo>
                <a:lnTo>
                  <a:pt x="190609" y="1411979"/>
                </a:lnTo>
                <a:lnTo>
                  <a:pt x="164773" y="1378035"/>
                </a:lnTo>
                <a:lnTo>
                  <a:pt x="140634" y="1342865"/>
                </a:lnTo>
                <a:lnTo>
                  <a:pt x="118249" y="1306553"/>
                </a:lnTo>
                <a:lnTo>
                  <a:pt x="97676" y="1269185"/>
                </a:lnTo>
                <a:lnTo>
                  <a:pt x="78961" y="1230856"/>
                </a:lnTo>
                <a:lnTo>
                  <a:pt x="62150" y="1191653"/>
                </a:lnTo>
                <a:lnTo>
                  <a:pt x="47283" y="1151674"/>
                </a:lnTo>
                <a:lnTo>
                  <a:pt x="34399" y="1111015"/>
                </a:lnTo>
                <a:lnTo>
                  <a:pt x="23524" y="1069772"/>
                </a:lnTo>
                <a:lnTo>
                  <a:pt x="14686" y="1028043"/>
                </a:lnTo>
                <a:lnTo>
                  <a:pt x="7908" y="985933"/>
                </a:lnTo>
                <a:lnTo>
                  <a:pt x="3204" y="943541"/>
                </a:lnTo>
                <a:lnTo>
                  <a:pt x="589" y="900969"/>
                </a:lnTo>
                <a:lnTo>
                  <a:pt x="0" y="868985"/>
                </a:lnTo>
                <a:lnTo>
                  <a:pt x="65" y="858321"/>
                </a:lnTo>
                <a:lnTo>
                  <a:pt x="1636" y="815698"/>
                </a:lnTo>
                <a:lnTo>
                  <a:pt x="5296" y="773203"/>
                </a:lnTo>
                <a:lnTo>
                  <a:pt x="11040" y="730940"/>
                </a:lnTo>
                <a:lnTo>
                  <a:pt x="18849" y="689007"/>
                </a:lnTo>
                <a:lnTo>
                  <a:pt x="28708" y="647510"/>
                </a:lnTo>
                <a:lnTo>
                  <a:pt x="40592" y="606547"/>
                </a:lnTo>
                <a:lnTo>
                  <a:pt x="54472" y="566213"/>
                </a:lnTo>
                <a:lnTo>
                  <a:pt x="70316" y="526610"/>
                </a:lnTo>
                <a:lnTo>
                  <a:pt x="88084" y="487834"/>
                </a:lnTo>
                <a:lnTo>
                  <a:pt x="107735" y="449973"/>
                </a:lnTo>
                <a:lnTo>
                  <a:pt x="129219" y="413123"/>
                </a:lnTo>
                <a:lnTo>
                  <a:pt x="152489" y="377371"/>
                </a:lnTo>
                <a:lnTo>
                  <a:pt x="177484" y="342804"/>
                </a:lnTo>
                <a:lnTo>
                  <a:pt x="204145" y="309504"/>
                </a:lnTo>
                <a:lnTo>
                  <a:pt x="232410" y="277553"/>
                </a:lnTo>
                <a:lnTo>
                  <a:pt x="262207" y="247026"/>
                </a:lnTo>
                <a:lnTo>
                  <a:pt x="293469" y="217997"/>
                </a:lnTo>
                <a:lnTo>
                  <a:pt x="326118" y="190536"/>
                </a:lnTo>
                <a:lnTo>
                  <a:pt x="360075" y="164709"/>
                </a:lnTo>
                <a:lnTo>
                  <a:pt x="395258" y="140579"/>
                </a:lnTo>
                <a:lnTo>
                  <a:pt x="431585" y="118204"/>
                </a:lnTo>
                <a:lnTo>
                  <a:pt x="468965" y="97639"/>
                </a:lnTo>
                <a:lnTo>
                  <a:pt x="507311" y="78932"/>
                </a:lnTo>
                <a:lnTo>
                  <a:pt x="546528" y="62125"/>
                </a:lnTo>
                <a:lnTo>
                  <a:pt x="586523" y="47266"/>
                </a:lnTo>
                <a:lnTo>
                  <a:pt x="627198" y="34384"/>
                </a:lnTo>
                <a:lnTo>
                  <a:pt x="668458" y="23514"/>
                </a:lnTo>
                <a:lnTo>
                  <a:pt x="710201" y="14680"/>
                </a:lnTo>
                <a:lnTo>
                  <a:pt x="752327" y="7904"/>
                </a:lnTo>
                <a:lnTo>
                  <a:pt x="794734" y="3203"/>
                </a:lnTo>
                <a:lnTo>
                  <a:pt x="837324" y="589"/>
                </a:lnTo>
                <a:lnTo>
                  <a:pt x="869320" y="0"/>
                </a:lnTo>
                <a:lnTo>
                  <a:pt x="879989" y="65"/>
                </a:lnTo>
                <a:lnTo>
                  <a:pt x="922628" y="1636"/>
                </a:lnTo>
                <a:lnTo>
                  <a:pt x="965140" y="5294"/>
                </a:lnTo>
                <a:lnTo>
                  <a:pt x="1007419" y="11034"/>
                </a:lnTo>
                <a:lnTo>
                  <a:pt x="1049367" y="18842"/>
                </a:lnTo>
                <a:lnTo>
                  <a:pt x="1090880" y="28696"/>
                </a:lnTo>
                <a:lnTo>
                  <a:pt x="1131861" y="40576"/>
                </a:lnTo>
                <a:lnTo>
                  <a:pt x="1172207" y="54451"/>
                </a:lnTo>
                <a:lnTo>
                  <a:pt x="1211825" y="70289"/>
                </a:lnTo>
                <a:lnTo>
                  <a:pt x="1250619" y="88050"/>
                </a:lnTo>
                <a:lnTo>
                  <a:pt x="1288493" y="107693"/>
                </a:lnTo>
                <a:lnTo>
                  <a:pt x="1325358" y="129171"/>
                </a:lnTo>
                <a:lnTo>
                  <a:pt x="1361122" y="152429"/>
                </a:lnTo>
                <a:lnTo>
                  <a:pt x="1395703" y="177415"/>
                </a:lnTo>
                <a:lnTo>
                  <a:pt x="1429017" y="204066"/>
                </a:lnTo>
                <a:lnTo>
                  <a:pt x="1460980" y="232321"/>
                </a:lnTo>
                <a:lnTo>
                  <a:pt x="1491519" y="262107"/>
                </a:lnTo>
                <a:lnTo>
                  <a:pt x="1520560" y="293356"/>
                </a:lnTo>
                <a:lnTo>
                  <a:pt x="1548031" y="325992"/>
                </a:lnTo>
                <a:lnTo>
                  <a:pt x="1573867" y="359936"/>
                </a:lnTo>
                <a:lnTo>
                  <a:pt x="1598006" y="395105"/>
                </a:lnTo>
                <a:lnTo>
                  <a:pt x="1620390" y="431418"/>
                </a:lnTo>
                <a:lnTo>
                  <a:pt x="1640964" y="468786"/>
                </a:lnTo>
                <a:lnTo>
                  <a:pt x="1659679" y="507114"/>
                </a:lnTo>
                <a:lnTo>
                  <a:pt x="1676490" y="546316"/>
                </a:lnTo>
                <a:lnTo>
                  <a:pt x="1691357" y="586297"/>
                </a:lnTo>
                <a:lnTo>
                  <a:pt x="1704241" y="626956"/>
                </a:lnTo>
                <a:lnTo>
                  <a:pt x="1715116" y="668199"/>
                </a:lnTo>
                <a:lnTo>
                  <a:pt x="1723953" y="709928"/>
                </a:lnTo>
                <a:lnTo>
                  <a:pt x="1730731" y="752038"/>
                </a:lnTo>
                <a:lnTo>
                  <a:pt x="1735435" y="794429"/>
                </a:lnTo>
                <a:lnTo>
                  <a:pt x="1738051" y="837002"/>
                </a:lnTo>
                <a:lnTo>
                  <a:pt x="1738640" y="868985"/>
                </a:lnTo>
                <a:close/>
              </a:path>
            </a:pathLst>
          </a:custGeom>
          <a:ln w="13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823" y="527303"/>
            <a:ext cx="1106424" cy="990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57158" y="474435"/>
            <a:ext cx="1002665" cy="1016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" marR="5080" indent="-45085">
              <a:lnSpc>
                <a:spcPct val="113999"/>
              </a:lnSpc>
              <a:spcBef>
                <a:spcPts val="100"/>
              </a:spcBef>
            </a:pPr>
            <a:r>
              <a:rPr dirty="0" sz="2850" spc="-110">
                <a:solidFill>
                  <a:srgbClr val="00163C"/>
                </a:solidFill>
                <a:latin typeface="Times New Roman"/>
                <a:cs typeface="Times New Roman"/>
              </a:rPr>
              <a:t>TEAM </a:t>
            </a:r>
            <a:r>
              <a:rPr dirty="0" sz="2850" spc="-300">
                <a:solidFill>
                  <a:srgbClr val="00163C"/>
                </a:solidFill>
                <a:latin typeface="Times New Roman"/>
                <a:cs typeface="Times New Roman"/>
              </a:rPr>
              <a:t>NAME</a:t>
            </a:r>
            <a:endParaRPr sz="28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6384" y="585215"/>
            <a:ext cx="10753344" cy="109423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621888" y="576062"/>
            <a:ext cx="10631805" cy="1076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0">
                <a:solidFill>
                  <a:srgbClr val="003579"/>
                </a:solidFill>
              </a:rPr>
              <a:t>PR</a:t>
            </a:r>
            <a:r>
              <a:rPr dirty="0" spc="-130">
                <a:solidFill>
                  <a:srgbClr val="003579"/>
                </a:solidFill>
              </a:rPr>
              <a:t>O</a:t>
            </a:r>
            <a:r>
              <a:rPr dirty="0" spc="125">
                <a:solidFill>
                  <a:srgbClr val="003579"/>
                </a:solidFill>
              </a:rPr>
              <a:t>T</a:t>
            </a:r>
            <a:r>
              <a:rPr dirty="0" spc="-130">
                <a:solidFill>
                  <a:srgbClr val="003579"/>
                </a:solidFill>
              </a:rPr>
              <a:t>O</a:t>
            </a:r>
            <a:r>
              <a:rPr dirty="0" spc="235">
                <a:solidFill>
                  <a:srgbClr val="003579"/>
                </a:solidFill>
              </a:rPr>
              <a:t>T</a:t>
            </a:r>
            <a:r>
              <a:rPr dirty="0" spc="125">
                <a:solidFill>
                  <a:srgbClr val="003579"/>
                </a:solidFill>
              </a:rPr>
              <a:t>Y</a:t>
            </a:r>
            <a:r>
              <a:rPr dirty="0" spc="150">
                <a:solidFill>
                  <a:srgbClr val="003579"/>
                </a:solidFill>
              </a:rPr>
              <a:t>P</a:t>
            </a:r>
            <a:r>
              <a:rPr dirty="0" spc="575">
                <a:solidFill>
                  <a:srgbClr val="003579"/>
                </a:solidFill>
              </a:rPr>
              <a:t>E</a:t>
            </a:r>
            <a:r>
              <a:rPr dirty="0" spc="290">
                <a:solidFill>
                  <a:srgbClr val="003579"/>
                </a:solidFill>
              </a:rPr>
              <a:t> </a:t>
            </a:r>
            <a:r>
              <a:rPr dirty="0" spc="420">
                <a:solidFill>
                  <a:srgbClr val="003579"/>
                </a:solidFill>
              </a:rPr>
              <a:t>&amp;</a:t>
            </a:r>
            <a:r>
              <a:rPr dirty="0" spc="-1070">
                <a:solidFill>
                  <a:srgbClr val="003579"/>
                </a:solidFill>
              </a:rPr>
              <a:t> </a:t>
            </a:r>
            <a:r>
              <a:rPr dirty="0" spc="75"/>
              <a:t>F</a:t>
            </a:r>
            <a:r>
              <a:rPr dirty="0" spc="50"/>
              <a:t>E</a:t>
            </a:r>
            <a:r>
              <a:rPr dirty="0" spc="-65"/>
              <a:t>A</a:t>
            </a:r>
            <a:r>
              <a:rPr dirty="0" spc="95"/>
              <a:t>S</a:t>
            </a:r>
            <a:r>
              <a:rPr dirty="0" spc="-25"/>
              <a:t>I</a:t>
            </a:r>
            <a:r>
              <a:rPr dirty="0" spc="55"/>
              <a:t>B</a:t>
            </a:r>
            <a:r>
              <a:rPr dirty="0" spc="-25"/>
              <a:t>I</a:t>
            </a:r>
            <a:r>
              <a:rPr dirty="0" spc="70"/>
              <a:t>L</a:t>
            </a:r>
            <a:r>
              <a:rPr dirty="0" spc="-25"/>
              <a:t>I</a:t>
            </a:r>
            <a:r>
              <a:rPr dirty="0" spc="135"/>
              <a:t>T</a:t>
            </a:r>
            <a:r>
              <a:rPr dirty="0" spc="475"/>
              <a:t>Y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050" y="3074172"/>
            <a:ext cx="142875" cy="1428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530" y="4562475"/>
            <a:ext cx="142875" cy="1428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050" y="6582490"/>
            <a:ext cx="142875" cy="1428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050" y="8392954"/>
            <a:ext cx="142875" cy="1428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97534" y="2830586"/>
            <a:ext cx="15464155" cy="640651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50800" marR="704850">
              <a:lnSpc>
                <a:spcPct val="101400"/>
              </a:lnSpc>
              <a:spcBef>
                <a:spcPts val="60"/>
              </a:spcBef>
            </a:pPr>
            <a:r>
              <a:rPr dirty="0" sz="3450" spc="175" b="1">
                <a:latin typeface="Century Gothic"/>
                <a:cs typeface="Century Gothic"/>
              </a:rPr>
              <a:t>State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spc="95" b="1">
                <a:latin typeface="Century Gothic"/>
                <a:cs typeface="Century Gothic"/>
              </a:rPr>
              <a:t>current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spc="90" b="1">
                <a:latin typeface="Century Gothic"/>
                <a:cs typeface="Century Gothic"/>
              </a:rPr>
              <a:t>stage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spc="160" b="1">
                <a:latin typeface="Century Gothic"/>
                <a:cs typeface="Century Gothic"/>
              </a:rPr>
              <a:t>of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spc="55" b="1">
                <a:latin typeface="Century Gothic"/>
                <a:cs typeface="Century Gothic"/>
              </a:rPr>
              <a:t>your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spc="65" b="1">
                <a:latin typeface="Century Gothic"/>
                <a:cs typeface="Century Gothic"/>
              </a:rPr>
              <a:t>prototype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spc="375" b="1">
                <a:latin typeface="Century Gothic"/>
                <a:cs typeface="Century Gothic"/>
              </a:rPr>
              <a:t>—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spc="90" b="1">
                <a:latin typeface="Century Gothic"/>
                <a:cs typeface="Century Gothic"/>
              </a:rPr>
              <a:t>whether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you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are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at</a:t>
            </a:r>
            <a:r>
              <a:rPr dirty="0" sz="3450" spc="-35" b="1">
                <a:latin typeface="Century Gothic"/>
                <a:cs typeface="Century Gothic"/>
              </a:rPr>
              <a:t> </a:t>
            </a:r>
            <a:r>
              <a:rPr dirty="0" sz="3450" spc="80" b="1">
                <a:latin typeface="Century Gothic"/>
                <a:cs typeface="Century Gothic"/>
              </a:rPr>
              <a:t>the </a:t>
            </a:r>
            <a:r>
              <a:rPr dirty="0" sz="3450" spc="-35" b="1">
                <a:latin typeface="Century Gothic"/>
                <a:cs typeface="Century Gothic"/>
              </a:rPr>
              <a:t>idea,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50" b="1">
                <a:latin typeface="Century Gothic"/>
                <a:cs typeface="Century Gothic"/>
              </a:rPr>
              <a:t>design,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partial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development,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145" b="1">
                <a:latin typeface="Century Gothic"/>
                <a:cs typeface="Century Gothic"/>
              </a:rPr>
              <a:t>or</a:t>
            </a:r>
            <a:r>
              <a:rPr dirty="0" sz="3450" spc="-10" b="1">
                <a:latin typeface="Century Gothic"/>
                <a:cs typeface="Century Gothic"/>
              </a:rPr>
              <a:t> </a:t>
            </a:r>
            <a:r>
              <a:rPr dirty="0" sz="3450" spc="75" b="1">
                <a:latin typeface="Century Gothic"/>
                <a:cs typeface="Century Gothic"/>
              </a:rPr>
              <a:t>working</a:t>
            </a:r>
            <a:r>
              <a:rPr dirty="0" sz="3450" spc="-5" b="1">
                <a:latin typeface="Century Gothic"/>
                <a:cs typeface="Century Gothic"/>
              </a:rPr>
              <a:t> </a:t>
            </a:r>
            <a:r>
              <a:rPr dirty="0" sz="3450" spc="50" b="1">
                <a:latin typeface="Century Gothic"/>
                <a:cs typeface="Century Gothic"/>
              </a:rPr>
              <a:t>stage.</a:t>
            </a:r>
            <a:endParaRPr sz="3450">
              <a:latin typeface="Century Gothic"/>
              <a:cs typeface="Century Gothic"/>
            </a:endParaRPr>
          </a:p>
          <a:p>
            <a:pPr marL="12700" marR="928369">
              <a:lnSpc>
                <a:spcPct val="101400"/>
              </a:lnSpc>
              <a:spcBef>
                <a:spcPts val="3320"/>
              </a:spcBef>
            </a:pPr>
            <a:r>
              <a:rPr dirty="0" sz="3450" spc="110" b="1">
                <a:latin typeface="Century Gothic"/>
                <a:cs typeface="Century Gothic"/>
              </a:rPr>
              <a:t>Prototype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Demo</a:t>
            </a:r>
            <a:r>
              <a:rPr dirty="0" sz="3450" spc="-50" b="1">
                <a:latin typeface="Century Gothic"/>
                <a:cs typeface="Century Gothic"/>
              </a:rPr>
              <a:t> </a:t>
            </a:r>
            <a:r>
              <a:rPr dirty="0" sz="3450" spc="-30" b="1">
                <a:latin typeface="Century Gothic"/>
                <a:cs typeface="Century Gothic"/>
              </a:rPr>
              <a:t>(Optional):</a:t>
            </a:r>
            <a:r>
              <a:rPr dirty="0" sz="3450" spc="-50" b="1">
                <a:latin typeface="Century Gothic"/>
                <a:cs typeface="Century Gothic"/>
              </a:rPr>
              <a:t> Add </a:t>
            </a:r>
            <a:r>
              <a:rPr dirty="0" sz="3450" spc="-235" b="1">
                <a:latin typeface="Century Gothic"/>
                <a:cs typeface="Century Gothic"/>
              </a:rPr>
              <a:t>a</a:t>
            </a:r>
            <a:r>
              <a:rPr dirty="0" sz="3450" spc="-40" b="1">
                <a:latin typeface="Century Gothic"/>
                <a:cs typeface="Century Gothic"/>
              </a:rPr>
              <a:t> </a:t>
            </a:r>
            <a:r>
              <a:rPr dirty="0" sz="3450" spc="120" b="1">
                <a:latin typeface="Century Gothic"/>
                <a:cs typeface="Century Gothic"/>
              </a:rPr>
              <a:t>screenshot,</a:t>
            </a:r>
            <a:r>
              <a:rPr dirty="0" sz="3450" spc="-5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photo,</a:t>
            </a:r>
            <a:r>
              <a:rPr dirty="0" sz="3450" spc="-5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demo</a:t>
            </a:r>
            <a:r>
              <a:rPr dirty="0" sz="3450" spc="-50" b="1">
                <a:latin typeface="Century Gothic"/>
                <a:cs typeface="Century Gothic"/>
              </a:rPr>
              <a:t> </a:t>
            </a:r>
            <a:r>
              <a:rPr dirty="0" sz="3450" spc="65" b="1">
                <a:latin typeface="Century Gothic"/>
                <a:cs typeface="Century Gothic"/>
              </a:rPr>
              <a:t>link,</a:t>
            </a:r>
            <a:r>
              <a:rPr dirty="0" sz="3450" spc="-50" b="1">
                <a:latin typeface="Century Gothic"/>
                <a:cs typeface="Century Gothic"/>
              </a:rPr>
              <a:t> </a:t>
            </a:r>
            <a:r>
              <a:rPr dirty="0" sz="3450" spc="120" b="1">
                <a:latin typeface="Century Gothic"/>
                <a:cs typeface="Century Gothic"/>
              </a:rPr>
              <a:t>or </a:t>
            </a:r>
            <a:r>
              <a:rPr dirty="0" sz="3450" spc="55" b="1">
                <a:latin typeface="Century Gothic"/>
                <a:cs typeface="Century Gothic"/>
              </a:rPr>
              <a:t>your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70" b="1">
                <a:latin typeface="Century Gothic"/>
                <a:cs typeface="Century Gothic"/>
              </a:rPr>
              <a:t>own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90" b="1">
                <a:latin typeface="Century Gothic"/>
                <a:cs typeface="Century Gothic"/>
              </a:rPr>
              <a:t>built</a:t>
            </a:r>
            <a:r>
              <a:rPr dirty="0" sz="3450" spc="-20" b="1">
                <a:latin typeface="Century Gothic"/>
                <a:cs typeface="Century Gothic"/>
              </a:rPr>
              <a:t> </a:t>
            </a:r>
            <a:r>
              <a:rPr dirty="0" sz="3450" spc="60" b="1">
                <a:latin typeface="Century Gothic"/>
                <a:cs typeface="Century Gothic"/>
              </a:rPr>
              <a:t>prototype,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130" b="1">
                <a:latin typeface="Century Gothic"/>
                <a:cs typeface="Century Gothic"/>
              </a:rPr>
              <a:t>with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-235" b="1">
                <a:latin typeface="Century Gothic"/>
                <a:cs typeface="Century Gothic"/>
              </a:rPr>
              <a:t>a</a:t>
            </a:r>
            <a:r>
              <a:rPr dirty="0" sz="3450" spc="-20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brief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65" b="1">
                <a:latin typeface="Century Gothic"/>
                <a:cs typeface="Century Gothic"/>
              </a:rPr>
              <a:t>note</a:t>
            </a:r>
            <a:r>
              <a:rPr dirty="0" sz="3450" spc="-2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explaining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60" b="1">
                <a:latin typeface="Century Gothic"/>
                <a:cs typeface="Century Gothic"/>
              </a:rPr>
              <a:t>what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150" b="1">
                <a:latin typeface="Century Gothic"/>
                <a:cs typeface="Century Gothic"/>
              </a:rPr>
              <a:t>it </a:t>
            </a:r>
            <a:r>
              <a:rPr dirty="0" sz="3450" spc="80" b="1">
                <a:latin typeface="Century Gothic"/>
                <a:cs typeface="Century Gothic"/>
              </a:rPr>
              <a:t>demonstrates.</a:t>
            </a:r>
            <a:endParaRPr sz="3450">
              <a:latin typeface="Century Gothic"/>
              <a:cs typeface="Century Gothic"/>
            </a:endParaRPr>
          </a:p>
          <a:p>
            <a:pPr marL="50800" marR="793750">
              <a:lnSpc>
                <a:spcPct val="101400"/>
              </a:lnSpc>
              <a:spcBef>
                <a:spcPts val="3304"/>
              </a:spcBef>
            </a:pPr>
            <a:r>
              <a:rPr dirty="0" sz="3450" spc="50" b="1">
                <a:latin typeface="Century Gothic"/>
                <a:cs typeface="Century Gothic"/>
              </a:rPr>
              <a:t>Explain</a:t>
            </a:r>
            <a:r>
              <a:rPr dirty="0" sz="3450" spc="10" b="1">
                <a:latin typeface="Century Gothic"/>
                <a:cs typeface="Century Gothic"/>
              </a:rPr>
              <a:t> </a:t>
            </a:r>
            <a:r>
              <a:rPr dirty="0" sz="3450" spc="105" b="1">
                <a:latin typeface="Century Gothic"/>
                <a:cs typeface="Century Gothic"/>
              </a:rPr>
              <a:t>the</a:t>
            </a:r>
            <a:r>
              <a:rPr dirty="0" sz="3450" spc="10" b="1">
                <a:latin typeface="Century Gothic"/>
                <a:cs typeface="Century Gothic"/>
              </a:rPr>
              <a:t> </a:t>
            </a:r>
            <a:r>
              <a:rPr dirty="0" sz="3450" spc="100" b="1">
                <a:latin typeface="Century Gothic"/>
                <a:cs typeface="Century Gothic"/>
              </a:rPr>
              <a:t>feasibility</a:t>
            </a:r>
            <a:r>
              <a:rPr dirty="0" sz="3450" spc="15" b="1">
                <a:latin typeface="Century Gothic"/>
                <a:cs typeface="Century Gothic"/>
              </a:rPr>
              <a:t> </a:t>
            </a:r>
            <a:r>
              <a:rPr dirty="0" sz="3450" spc="160" b="1">
                <a:latin typeface="Century Gothic"/>
                <a:cs typeface="Century Gothic"/>
              </a:rPr>
              <a:t>of</a:t>
            </a:r>
            <a:r>
              <a:rPr dirty="0" sz="3450" spc="10" b="1">
                <a:latin typeface="Century Gothic"/>
                <a:cs typeface="Century Gothic"/>
              </a:rPr>
              <a:t> </a:t>
            </a:r>
            <a:r>
              <a:rPr dirty="0" sz="3450" spc="55" b="1">
                <a:latin typeface="Century Gothic"/>
                <a:cs typeface="Century Gothic"/>
              </a:rPr>
              <a:t>your</a:t>
            </a:r>
            <a:r>
              <a:rPr dirty="0" sz="3450" spc="15" b="1">
                <a:latin typeface="Century Gothic"/>
                <a:cs typeface="Century Gothic"/>
              </a:rPr>
              <a:t> </a:t>
            </a:r>
            <a:r>
              <a:rPr dirty="0" sz="3450" spc="140" b="1">
                <a:latin typeface="Century Gothic"/>
                <a:cs typeface="Century Gothic"/>
              </a:rPr>
              <a:t>solution</a:t>
            </a:r>
            <a:r>
              <a:rPr dirty="0" sz="3450" spc="1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in</a:t>
            </a:r>
            <a:r>
              <a:rPr dirty="0" sz="3450" spc="10" b="1">
                <a:latin typeface="Century Gothic"/>
                <a:cs typeface="Century Gothic"/>
              </a:rPr>
              <a:t> </a:t>
            </a:r>
            <a:r>
              <a:rPr dirty="0" sz="3450" spc="160" b="1">
                <a:latin typeface="Century Gothic"/>
                <a:cs typeface="Century Gothic"/>
              </a:rPr>
              <a:t>terms</a:t>
            </a:r>
            <a:r>
              <a:rPr dirty="0" sz="3450" spc="15" b="1">
                <a:latin typeface="Century Gothic"/>
                <a:cs typeface="Century Gothic"/>
              </a:rPr>
              <a:t> </a:t>
            </a:r>
            <a:r>
              <a:rPr dirty="0" sz="3450" spc="160" b="1">
                <a:latin typeface="Century Gothic"/>
                <a:cs typeface="Century Gothic"/>
              </a:rPr>
              <a:t>of</a:t>
            </a:r>
            <a:r>
              <a:rPr dirty="0" sz="3450" spc="1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technology,</a:t>
            </a:r>
            <a:r>
              <a:rPr dirty="0" sz="3450" spc="15" b="1">
                <a:latin typeface="Century Gothic"/>
                <a:cs typeface="Century Gothic"/>
              </a:rPr>
              <a:t> </a:t>
            </a:r>
            <a:r>
              <a:rPr dirty="0" sz="3450" spc="110" b="1">
                <a:latin typeface="Century Gothic"/>
                <a:cs typeface="Century Gothic"/>
              </a:rPr>
              <a:t>cost, </a:t>
            </a:r>
            <a:r>
              <a:rPr dirty="0" sz="3450" b="1">
                <a:latin typeface="Century Gothic"/>
                <a:cs typeface="Century Gothic"/>
              </a:rPr>
              <a:t>development</a:t>
            </a:r>
            <a:r>
              <a:rPr dirty="0" sz="3450" spc="1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time,</a:t>
            </a:r>
            <a:r>
              <a:rPr dirty="0" sz="3450" spc="10" b="1">
                <a:latin typeface="Century Gothic"/>
                <a:cs typeface="Century Gothic"/>
              </a:rPr>
              <a:t> </a:t>
            </a:r>
            <a:r>
              <a:rPr dirty="0" sz="3450" spc="50" b="1">
                <a:latin typeface="Century Gothic"/>
                <a:cs typeface="Century Gothic"/>
              </a:rPr>
              <a:t>required</a:t>
            </a:r>
            <a:r>
              <a:rPr dirty="0" sz="3450" spc="10" b="1">
                <a:latin typeface="Century Gothic"/>
                <a:cs typeface="Century Gothic"/>
              </a:rPr>
              <a:t> </a:t>
            </a:r>
            <a:r>
              <a:rPr dirty="0" sz="3450" spc="215" b="1">
                <a:latin typeface="Century Gothic"/>
                <a:cs typeface="Century Gothic"/>
              </a:rPr>
              <a:t>skills,</a:t>
            </a:r>
            <a:r>
              <a:rPr dirty="0" sz="3450" spc="15" b="1">
                <a:latin typeface="Century Gothic"/>
                <a:cs typeface="Century Gothic"/>
              </a:rPr>
              <a:t> </a:t>
            </a:r>
            <a:r>
              <a:rPr dirty="0" sz="3450" spc="-40" b="1">
                <a:latin typeface="Century Gothic"/>
                <a:cs typeface="Century Gothic"/>
              </a:rPr>
              <a:t>and</a:t>
            </a:r>
            <a:r>
              <a:rPr dirty="0" sz="3450" spc="1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practical</a:t>
            </a:r>
            <a:r>
              <a:rPr dirty="0" sz="3450" spc="10" b="1">
                <a:latin typeface="Century Gothic"/>
                <a:cs typeface="Century Gothic"/>
              </a:rPr>
              <a:t> </a:t>
            </a:r>
            <a:r>
              <a:rPr dirty="0" sz="3450" spc="60" b="1">
                <a:latin typeface="Century Gothic"/>
                <a:cs typeface="Century Gothic"/>
              </a:rPr>
              <a:t>use.</a:t>
            </a:r>
            <a:endParaRPr sz="34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3450">
              <a:latin typeface="Century Gothic"/>
              <a:cs typeface="Century Gothic"/>
            </a:endParaRPr>
          </a:p>
          <a:p>
            <a:pPr marL="50800" marR="5080">
              <a:lnSpc>
                <a:spcPct val="101400"/>
              </a:lnSpc>
            </a:pPr>
            <a:r>
              <a:rPr dirty="0" sz="3450" spc="75" b="1">
                <a:latin typeface="Century Gothic"/>
                <a:cs typeface="Century Gothic"/>
              </a:rPr>
              <a:t>Mention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spc="130" b="1">
                <a:latin typeface="Century Gothic"/>
                <a:cs typeface="Century Gothic"/>
              </a:rPr>
              <a:t>few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key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50" b="1">
                <a:latin typeface="Century Gothic"/>
                <a:cs typeface="Century Gothic"/>
              </a:rPr>
              <a:t>challenges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45" b="1">
                <a:latin typeface="Century Gothic"/>
                <a:cs typeface="Century Gothic"/>
              </a:rPr>
              <a:t>or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260" b="1">
                <a:latin typeface="Century Gothic"/>
                <a:cs typeface="Century Gothic"/>
              </a:rPr>
              <a:t>risks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-40" b="1">
                <a:latin typeface="Century Gothic"/>
                <a:cs typeface="Century Gothic"/>
              </a:rPr>
              <a:t>and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100" b="1">
                <a:latin typeface="Century Gothic"/>
                <a:cs typeface="Century Gothic"/>
              </a:rPr>
              <a:t>briefly</a:t>
            </a:r>
            <a:r>
              <a:rPr dirty="0" sz="3450" spc="-60" b="1">
                <a:latin typeface="Century Gothic"/>
                <a:cs typeface="Century Gothic"/>
              </a:rPr>
              <a:t> </a:t>
            </a:r>
            <a:r>
              <a:rPr dirty="0" sz="3450" b="1">
                <a:latin typeface="Century Gothic"/>
                <a:cs typeface="Century Gothic"/>
              </a:rPr>
              <a:t>explain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70" b="1">
                <a:latin typeface="Century Gothic"/>
                <a:cs typeface="Century Gothic"/>
              </a:rPr>
              <a:t>how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55" b="1">
                <a:latin typeface="Century Gothic"/>
                <a:cs typeface="Century Gothic"/>
              </a:rPr>
              <a:t>your</a:t>
            </a:r>
            <a:r>
              <a:rPr dirty="0" sz="3450" spc="-55" b="1">
                <a:latin typeface="Century Gothic"/>
                <a:cs typeface="Century Gothic"/>
              </a:rPr>
              <a:t> </a:t>
            </a:r>
            <a:r>
              <a:rPr dirty="0" sz="3450" spc="-20" b="1">
                <a:latin typeface="Century Gothic"/>
                <a:cs typeface="Century Gothic"/>
              </a:rPr>
              <a:t>team </a:t>
            </a:r>
            <a:r>
              <a:rPr dirty="0" sz="3450" spc="85" b="1">
                <a:latin typeface="Century Gothic"/>
                <a:cs typeface="Century Gothic"/>
              </a:rPr>
              <a:t>plans</a:t>
            </a:r>
            <a:r>
              <a:rPr dirty="0" sz="3450" spc="-30" b="1">
                <a:latin typeface="Century Gothic"/>
                <a:cs typeface="Century Gothic"/>
              </a:rPr>
              <a:t> </a:t>
            </a:r>
            <a:r>
              <a:rPr dirty="0" sz="3450" spc="145" b="1">
                <a:latin typeface="Century Gothic"/>
                <a:cs typeface="Century Gothic"/>
              </a:rPr>
              <a:t>to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110" b="1">
                <a:latin typeface="Century Gothic"/>
                <a:cs typeface="Century Gothic"/>
              </a:rPr>
              <a:t>address</a:t>
            </a:r>
            <a:r>
              <a:rPr dirty="0" sz="3450" spc="-25" b="1">
                <a:latin typeface="Century Gothic"/>
                <a:cs typeface="Century Gothic"/>
              </a:rPr>
              <a:t> </a:t>
            </a:r>
            <a:r>
              <a:rPr dirty="0" sz="3450" spc="-10" b="1">
                <a:latin typeface="Century Gothic"/>
                <a:cs typeface="Century Gothic"/>
              </a:rPr>
              <a:t>them.</a:t>
            </a:r>
            <a:endParaRPr sz="345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9918445"/>
            <a:ext cx="18288000" cy="368935"/>
          </a:xfrm>
          <a:custGeom>
            <a:avLst/>
            <a:gdLst/>
            <a:ahLst/>
            <a:cxnLst/>
            <a:rect l="l" t="t" r="r" b="b"/>
            <a:pathLst>
              <a:path w="18288000" h="368934">
                <a:moveTo>
                  <a:pt x="18287998" y="368553"/>
                </a:moveTo>
                <a:lnTo>
                  <a:pt x="0" y="368553"/>
                </a:lnTo>
                <a:lnTo>
                  <a:pt x="0" y="50911"/>
                </a:lnTo>
                <a:lnTo>
                  <a:pt x="52282" y="39806"/>
                </a:lnTo>
                <a:lnTo>
                  <a:pt x="102236" y="30487"/>
                </a:lnTo>
                <a:lnTo>
                  <a:pt x="152426" y="22413"/>
                </a:lnTo>
                <a:lnTo>
                  <a:pt x="202789" y="15577"/>
                </a:lnTo>
                <a:lnTo>
                  <a:pt x="253286" y="9951"/>
                </a:lnTo>
                <a:lnTo>
                  <a:pt x="303929" y="5608"/>
                </a:lnTo>
                <a:lnTo>
                  <a:pt x="354640" y="2510"/>
                </a:lnTo>
                <a:lnTo>
                  <a:pt x="405434" y="633"/>
                </a:lnTo>
                <a:lnTo>
                  <a:pt x="456262" y="0"/>
                </a:lnTo>
                <a:lnTo>
                  <a:pt x="17831709" y="0"/>
                </a:lnTo>
                <a:lnTo>
                  <a:pt x="17882537" y="633"/>
                </a:lnTo>
                <a:lnTo>
                  <a:pt x="17933332" y="2510"/>
                </a:lnTo>
                <a:lnTo>
                  <a:pt x="17984042" y="5608"/>
                </a:lnTo>
                <a:lnTo>
                  <a:pt x="18034685" y="9951"/>
                </a:lnTo>
                <a:lnTo>
                  <a:pt x="18085183" y="15577"/>
                </a:lnTo>
                <a:lnTo>
                  <a:pt x="18135546" y="22413"/>
                </a:lnTo>
                <a:lnTo>
                  <a:pt x="18185718" y="30487"/>
                </a:lnTo>
                <a:lnTo>
                  <a:pt x="18235689" y="39806"/>
                </a:lnTo>
                <a:lnTo>
                  <a:pt x="18285402" y="50318"/>
                </a:lnTo>
                <a:lnTo>
                  <a:pt x="18287998" y="368553"/>
                </a:lnTo>
                <a:close/>
              </a:path>
            </a:pathLst>
          </a:custGeom>
          <a:solidFill>
            <a:srgbClr val="0096B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73311" y="160268"/>
            <a:ext cx="1739264" cy="1737995"/>
          </a:xfrm>
          <a:custGeom>
            <a:avLst/>
            <a:gdLst/>
            <a:ahLst/>
            <a:cxnLst/>
            <a:rect l="l" t="t" r="r" b="b"/>
            <a:pathLst>
              <a:path w="1739264" h="1737995">
                <a:moveTo>
                  <a:pt x="1738640" y="868985"/>
                </a:moveTo>
                <a:lnTo>
                  <a:pt x="1737592" y="911623"/>
                </a:lnTo>
                <a:lnTo>
                  <a:pt x="1734454" y="954160"/>
                </a:lnTo>
                <a:lnTo>
                  <a:pt x="1729229" y="996491"/>
                </a:lnTo>
                <a:lnTo>
                  <a:pt x="1721936" y="1038516"/>
                </a:lnTo>
                <a:lnTo>
                  <a:pt x="1712588" y="1080133"/>
                </a:lnTo>
                <a:lnTo>
                  <a:pt x="1701206" y="1121239"/>
                </a:lnTo>
                <a:lnTo>
                  <a:pt x="1687824" y="1161738"/>
                </a:lnTo>
                <a:lnTo>
                  <a:pt x="1672468" y="1201530"/>
                </a:lnTo>
                <a:lnTo>
                  <a:pt x="1655176" y="1240525"/>
                </a:lnTo>
                <a:lnTo>
                  <a:pt x="1635992" y="1278621"/>
                </a:lnTo>
                <a:lnTo>
                  <a:pt x="1614962" y="1315735"/>
                </a:lnTo>
                <a:lnTo>
                  <a:pt x="1592131" y="1351769"/>
                </a:lnTo>
                <a:lnTo>
                  <a:pt x="1567563" y="1386640"/>
                </a:lnTo>
                <a:lnTo>
                  <a:pt x="1541312" y="1420264"/>
                </a:lnTo>
                <a:lnTo>
                  <a:pt x="1513442" y="1452561"/>
                </a:lnTo>
                <a:lnTo>
                  <a:pt x="1484022" y="1483451"/>
                </a:lnTo>
                <a:lnTo>
                  <a:pt x="1453118" y="1512860"/>
                </a:lnTo>
                <a:lnTo>
                  <a:pt x="1420811" y="1540720"/>
                </a:lnTo>
                <a:lnTo>
                  <a:pt x="1387173" y="1566960"/>
                </a:lnTo>
                <a:lnTo>
                  <a:pt x="1352288" y="1591522"/>
                </a:lnTo>
                <a:lnTo>
                  <a:pt x="1316240" y="1614339"/>
                </a:lnTo>
                <a:lnTo>
                  <a:pt x="1279115" y="1635361"/>
                </a:lnTo>
                <a:lnTo>
                  <a:pt x="1241002" y="1654538"/>
                </a:lnTo>
                <a:lnTo>
                  <a:pt x="1201993" y="1671824"/>
                </a:lnTo>
                <a:lnTo>
                  <a:pt x="1162184" y="1687173"/>
                </a:lnTo>
                <a:lnTo>
                  <a:pt x="1121671" y="1700554"/>
                </a:lnTo>
                <a:lnTo>
                  <a:pt x="1080548" y="1711930"/>
                </a:lnTo>
                <a:lnTo>
                  <a:pt x="1038917" y="1721274"/>
                </a:lnTo>
                <a:lnTo>
                  <a:pt x="996874" y="1728567"/>
                </a:lnTo>
                <a:lnTo>
                  <a:pt x="954529" y="1733788"/>
                </a:lnTo>
                <a:lnTo>
                  <a:pt x="911975" y="1736923"/>
                </a:lnTo>
                <a:lnTo>
                  <a:pt x="869320" y="1737971"/>
                </a:lnTo>
                <a:lnTo>
                  <a:pt x="858651" y="1737906"/>
                </a:lnTo>
                <a:lnTo>
                  <a:pt x="816012" y="1736335"/>
                </a:lnTo>
                <a:lnTo>
                  <a:pt x="773500" y="1732677"/>
                </a:lnTo>
                <a:lnTo>
                  <a:pt x="731221" y="1726937"/>
                </a:lnTo>
                <a:lnTo>
                  <a:pt x="689273" y="1719129"/>
                </a:lnTo>
                <a:lnTo>
                  <a:pt x="647759" y="1709275"/>
                </a:lnTo>
                <a:lnTo>
                  <a:pt x="606779" y="1697395"/>
                </a:lnTo>
                <a:lnTo>
                  <a:pt x="566433" y="1683519"/>
                </a:lnTo>
                <a:lnTo>
                  <a:pt x="526815" y="1667682"/>
                </a:lnTo>
                <a:lnTo>
                  <a:pt x="488021" y="1649919"/>
                </a:lnTo>
                <a:lnTo>
                  <a:pt x="450147" y="1630276"/>
                </a:lnTo>
                <a:lnTo>
                  <a:pt x="413282" y="1608800"/>
                </a:lnTo>
                <a:lnTo>
                  <a:pt x="377517" y="1585542"/>
                </a:lnTo>
                <a:lnTo>
                  <a:pt x="342937" y="1560556"/>
                </a:lnTo>
                <a:lnTo>
                  <a:pt x="309623" y="1533905"/>
                </a:lnTo>
                <a:lnTo>
                  <a:pt x="277659" y="1505650"/>
                </a:lnTo>
                <a:lnTo>
                  <a:pt x="247121" y="1475864"/>
                </a:lnTo>
                <a:lnTo>
                  <a:pt x="218080" y="1444614"/>
                </a:lnTo>
                <a:lnTo>
                  <a:pt x="190609" y="1411979"/>
                </a:lnTo>
                <a:lnTo>
                  <a:pt x="164773" y="1378035"/>
                </a:lnTo>
                <a:lnTo>
                  <a:pt x="140634" y="1342865"/>
                </a:lnTo>
                <a:lnTo>
                  <a:pt x="118249" y="1306553"/>
                </a:lnTo>
                <a:lnTo>
                  <a:pt x="97676" y="1269185"/>
                </a:lnTo>
                <a:lnTo>
                  <a:pt x="78961" y="1230856"/>
                </a:lnTo>
                <a:lnTo>
                  <a:pt x="62150" y="1191653"/>
                </a:lnTo>
                <a:lnTo>
                  <a:pt x="47283" y="1151674"/>
                </a:lnTo>
                <a:lnTo>
                  <a:pt x="34399" y="1111015"/>
                </a:lnTo>
                <a:lnTo>
                  <a:pt x="23524" y="1069772"/>
                </a:lnTo>
                <a:lnTo>
                  <a:pt x="14686" y="1028043"/>
                </a:lnTo>
                <a:lnTo>
                  <a:pt x="7908" y="985933"/>
                </a:lnTo>
                <a:lnTo>
                  <a:pt x="3204" y="943541"/>
                </a:lnTo>
                <a:lnTo>
                  <a:pt x="589" y="900969"/>
                </a:lnTo>
                <a:lnTo>
                  <a:pt x="0" y="868985"/>
                </a:lnTo>
                <a:lnTo>
                  <a:pt x="65" y="858321"/>
                </a:lnTo>
                <a:lnTo>
                  <a:pt x="1636" y="815698"/>
                </a:lnTo>
                <a:lnTo>
                  <a:pt x="5296" y="773203"/>
                </a:lnTo>
                <a:lnTo>
                  <a:pt x="11040" y="730940"/>
                </a:lnTo>
                <a:lnTo>
                  <a:pt x="18849" y="689007"/>
                </a:lnTo>
                <a:lnTo>
                  <a:pt x="28708" y="647510"/>
                </a:lnTo>
                <a:lnTo>
                  <a:pt x="40592" y="606547"/>
                </a:lnTo>
                <a:lnTo>
                  <a:pt x="54472" y="566213"/>
                </a:lnTo>
                <a:lnTo>
                  <a:pt x="70316" y="526610"/>
                </a:lnTo>
                <a:lnTo>
                  <a:pt x="88084" y="487834"/>
                </a:lnTo>
                <a:lnTo>
                  <a:pt x="107735" y="449973"/>
                </a:lnTo>
                <a:lnTo>
                  <a:pt x="129219" y="413123"/>
                </a:lnTo>
                <a:lnTo>
                  <a:pt x="152489" y="377371"/>
                </a:lnTo>
                <a:lnTo>
                  <a:pt x="177484" y="342804"/>
                </a:lnTo>
                <a:lnTo>
                  <a:pt x="204145" y="309504"/>
                </a:lnTo>
                <a:lnTo>
                  <a:pt x="232410" y="277553"/>
                </a:lnTo>
                <a:lnTo>
                  <a:pt x="262207" y="247026"/>
                </a:lnTo>
                <a:lnTo>
                  <a:pt x="293469" y="217997"/>
                </a:lnTo>
                <a:lnTo>
                  <a:pt x="326118" y="190536"/>
                </a:lnTo>
                <a:lnTo>
                  <a:pt x="360075" y="164709"/>
                </a:lnTo>
                <a:lnTo>
                  <a:pt x="395258" y="140579"/>
                </a:lnTo>
                <a:lnTo>
                  <a:pt x="431585" y="118204"/>
                </a:lnTo>
                <a:lnTo>
                  <a:pt x="468965" y="97639"/>
                </a:lnTo>
                <a:lnTo>
                  <a:pt x="507311" y="78932"/>
                </a:lnTo>
                <a:lnTo>
                  <a:pt x="546528" y="62125"/>
                </a:lnTo>
                <a:lnTo>
                  <a:pt x="586523" y="47266"/>
                </a:lnTo>
                <a:lnTo>
                  <a:pt x="627198" y="34384"/>
                </a:lnTo>
                <a:lnTo>
                  <a:pt x="668458" y="23514"/>
                </a:lnTo>
                <a:lnTo>
                  <a:pt x="710201" y="14680"/>
                </a:lnTo>
                <a:lnTo>
                  <a:pt x="752327" y="7904"/>
                </a:lnTo>
                <a:lnTo>
                  <a:pt x="794734" y="3203"/>
                </a:lnTo>
                <a:lnTo>
                  <a:pt x="837324" y="589"/>
                </a:lnTo>
                <a:lnTo>
                  <a:pt x="869320" y="0"/>
                </a:lnTo>
                <a:lnTo>
                  <a:pt x="879989" y="65"/>
                </a:lnTo>
                <a:lnTo>
                  <a:pt x="922628" y="1636"/>
                </a:lnTo>
                <a:lnTo>
                  <a:pt x="965140" y="5294"/>
                </a:lnTo>
                <a:lnTo>
                  <a:pt x="1007419" y="11034"/>
                </a:lnTo>
                <a:lnTo>
                  <a:pt x="1049367" y="18842"/>
                </a:lnTo>
                <a:lnTo>
                  <a:pt x="1090880" y="28696"/>
                </a:lnTo>
                <a:lnTo>
                  <a:pt x="1131861" y="40576"/>
                </a:lnTo>
                <a:lnTo>
                  <a:pt x="1172207" y="54451"/>
                </a:lnTo>
                <a:lnTo>
                  <a:pt x="1211825" y="70289"/>
                </a:lnTo>
                <a:lnTo>
                  <a:pt x="1250619" y="88050"/>
                </a:lnTo>
                <a:lnTo>
                  <a:pt x="1288493" y="107693"/>
                </a:lnTo>
                <a:lnTo>
                  <a:pt x="1325358" y="129171"/>
                </a:lnTo>
                <a:lnTo>
                  <a:pt x="1361122" y="152429"/>
                </a:lnTo>
                <a:lnTo>
                  <a:pt x="1395703" y="177415"/>
                </a:lnTo>
                <a:lnTo>
                  <a:pt x="1429017" y="204066"/>
                </a:lnTo>
                <a:lnTo>
                  <a:pt x="1460980" y="232321"/>
                </a:lnTo>
                <a:lnTo>
                  <a:pt x="1491519" y="262107"/>
                </a:lnTo>
                <a:lnTo>
                  <a:pt x="1520560" y="293356"/>
                </a:lnTo>
                <a:lnTo>
                  <a:pt x="1548031" y="325992"/>
                </a:lnTo>
                <a:lnTo>
                  <a:pt x="1573867" y="359936"/>
                </a:lnTo>
                <a:lnTo>
                  <a:pt x="1598006" y="395105"/>
                </a:lnTo>
                <a:lnTo>
                  <a:pt x="1620390" y="431418"/>
                </a:lnTo>
                <a:lnTo>
                  <a:pt x="1640964" y="468786"/>
                </a:lnTo>
                <a:lnTo>
                  <a:pt x="1659679" y="507114"/>
                </a:lnTo>
                <a:lnTo>
                  <a:pt x="1676490" y="546316"/>
                </a:lnTo>
                <a:lnTo>
                  <a:pt x="1691357" y="586297"/>
                </a:lnTo>
                <a:lnTo>
                  <a:pt x="1704241" y="626956"/>
                </a:lnTo>
                <a:lnTo>
                  <a:pt x="1715116" y="668199"/>
                </a:lnTo>
                <a:lnTo>
                  <a:pt x="1723953" y="709928"/>
                </a:lnTo>
                <a:lnTo>
                  <a:pt x="1730731" y="752038"/>
                </a:lnTo>
                <a:lnTo>
                  <a:pt x="1735435" y="794429"/>
                </a:lnTo>
                <a:lnTo>
                  <a:pt x="1738051" y="837002"/>
                </a:lnTo>
                <a:lnTo>
                  <a:pt x="1738640" y="868985"/>
                </a:lnTo>
                <a:close/>
              </a:path>
            </a:pathLst>
          </a:custGeom>
          <a:ln w="13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823" y="527303"/>
            <a:ext cx="1106424" cy="990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57158" y="474435"/>
            <a:ext cx="1002665" cy="1016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" marR="5080" indent="-45085">
              <a:lnSpc>
                <a:spcPct val="113999"/>
              </a:lnSpc>
              <a:spcBef>
                <a:spcPts val="100"/>
              </a:spcBef>
            </a:pPr>
            <a:r>
              <a:rPr dirty="0" sz="2850" spc="-110">
                <a:solidFill>
                  <a:srgbClr val="00163C"/>
                </a:solidFill>
                <a:latin typeface="Times New Roman"/>
                <a:cs typeface="Times New Roman"/>
              </a:rPr>
              <a:t>TEAM </a:t>
            </a:r>
            <a:r>
              <a:rPr dirty="0" sz="2850" spc="-300">
                <a:solidFill>
                  <a:srgbClr val="00163C"/>
                </a:solidFill>
                <a:latin typeface="Times New Roman"/>
                <a:cs typeface="Times New Roman"/>
              </a:rPr>
              <a:t>NAME</a:t>
            </a:r>
            <a:endParaRPr sz="28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1391" y="542543"/>
            <a:ext cx="9381744" cy="10972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5905" rIns="0" bIns="0" rtlCol="0" vert="horz">
            <a:spAutoFit/>
          </a:bodyPr>
          <a:lstStyle/>
          <a:p>
            <a:pPr marL="259715">
              <a:lnSpc>
                <a:spcPct val="100000"/>
              </a:lnSpc>
              <a:spcBef>
                <a:spcPts val="100"/>
              </a:spcBef>
            </a:pPr>
            <a:r>
              <a:rPr dirty="0" spc="-80">
                <a:solidFill>
                  <a:srgbClr val="003579"/>
                </a:solidFill>
              </a:rPr>
              <a:t>I</a:t>
            </a:r>
            <a:r>
              <a:rPr dirty="0" spc="-70">
                <a:solidFill>
                  <a:srgbClr val="003579"/>
                </a:solidFill>
              </a:rPr>
              <a:t>M</a:t>
            </a:r>
            <a:r>
              <a:rPr dirty="0" spc="-440">
                <a:solidFill>
                  <a:srgbClr val="003579"/>
                </a:solidFill>
              </a:rPr>
              <a:t>P</a:t>
            </a:r>
            <a:r>
              <a:rPr dirty="0" spc="-275">
                <a:solidFill>
                  <a:srgbClr val="003579"/>
                </a:solidFill>
              </a:rPr>
              <a:t>A</a:t>
            </a:r>
            <a:r>
              <a:rPr dirty="0" spc="-120">
                <a:solidFill>
                  <a:srgbClr val="003579"/>
                </a:solidFill>
              </a:rPr>
              <a:t>C</a:t>
            </a:r>
            <a:r>
              <a:rPr dirty="0" spc="420">
                <a:solidFill>
                  <a:srgbClr val="003579"/>
                </a:solidFill>
              </a:rPr>
              <a:t>T</a:t>
            </a:r>
            <a:r>
              <a:rPr dirty="0" spc="-370">
                <a:solidFill>
                  <a:srgbClr val="003579"/>
                </a:solidFill>
              </a:rPr>
              <a:t> </a:t>
            </a:r>
            <a:r>
              <a:rPr dirty="0" spc="420">
                <a:solidFill>
                  <a:srgbClr val="003579"/>
                </a:solidFill>
              </a:rPr>
              <a:t>&amp;</a:t>
            </a:r>
            <a:r>
              <a:rPr dirty="0" spc="-1075">
                <a:solidFill>
                  <a:srgbClr val="003579"/>
                </a:solidFill>
              </a:rPr>
              <a:t> </a:t>
            </a:r>
            <a:r>
              <a:rPr dirty="0" spc="25"/>
              <a:t>S</a:t>
            </a:r>
            <a:r>
              <a:rPr dirty="0" spc="-160"/>
              <a:t>C</a:t>
            </a:r>
            <a:r>
              <a:rPr dirty="0" spc="-120"/>
              <a:t>A</a:t>
            </a:r>
            <a:r>
              <a:rPr dirty="0"/>
              <a:t>L</a:t>
            </a:r>
            <a:r>
              <a:rPr dirty="0" spc="-120"/>
              <a:t>A</a:t>
            </a:r>
            <a:r>
              <a:rPr dirty="0" spc="-15"/>
              <a:t>B</a:t>
            </a:r>
            <a:r>
              <a:rPr dirty="0" spc="-95"/>
              <a:t>I</a:t>
            </a:r>
            <a:r>
              <a:rPr dirty="0"/>
              <a:t>L</a:t>
            </a:r>
            <a:r>
              <a:rPr dirty="0" spc="-95"/>
              <a:t>I</a:t>
            </a:r>
            <a:r>
              <a:rPr dirty="0" spc="65"/>
              <a:t>T</a:t>
            </a:r>
            <a:r>
              <a:rPr dirty="0" spc="405"/>
              <a:t>Y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5458" y="2878054"/>
            <a:ext cx="142875" cy="1428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5458" y="4469444"/>
            <a:ext cx="142875" cy="1428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5458" y="5964428"/>
            <a:ext cx="142875" cy="1428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0322" y="7355793"/>
            <a:ext cx="142875" cy="1428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050" y="8966233"/>
            <a:ext cx="142875" cy="142875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37465" marR="1494790">
              <a:lnSpc>
                <a:spcPct val="101400"/>
              </a:lnSpc>
              <a:spcBef>
                <a:spcPts val="60"/>
              </a:spcBef>
            </a:pPr>
            <a:r>
              <a:rPr dirty="0" spc="55"/>
              <a:t>Identify</a:t>
            </a:r>
            <a:r>
              <a:rPr dirty="0" spc="-60"/>
              <a:t> </a:t>
            </a:r>
            <a:r>
              <a:rPr dirty="0" spc="70"/>
              <a:t>who</a:t>
            </a:r>
            <a:r>
              <a:rPr dirty="0" spc="-60"/>
              <a:t> </a:t>
            </a:r>
            <a:r>
              <a:rPr dirty="0" spc="110"/>
              <a:t>benefits,</a:t>
            </a:r>
            <a:r>
              <a:rPr dirty="0" spc="-55"/>
              <a:t> </a:t>
            </a:r>
            <a:r>
              <a:rPr dirty="0" spc="70"/>
              <a:t>how</a:t>
            </a:r>
            <a:r>
              <a:rPr dirty="0" spc="-60"/>
              <a:t> </a:t>
            </a:r>
            <a:r>
              <a:rPr dirty="0" spc="-65"/>
              <a:t>many</a:t>
            </a:r>
            <a:r>
              <a:rPr dirty="0" spc="-60"/>
              <a:t> </a:t>
            </a:r>
            <a:r>
              <a:rPr dirty="0"/>
              <a:t>people</a:t>
            </a:r>
            <a:r>
              <a:rPr dirty="0" spc="-55"/>
              <a:t> </a:t>
            </a:r>
            <a:r>
              <a:rPr dirty="0"/>
              <a:t>are</a:t>
            </a:r>
            <a:r>
              <a:rPr dirty="0" spc="-60"/>
              <a:t> </a:t>
            </a:r>
            <a:r>
              <a:rPr dirty="0" spc="45"/>
              <a:t>affected,</a:t>
            </a:r>
            <a:r>
              <a:rPr dirty="0" spc="-60"/>
              <a:t> </a:t>
            </a:r>
            <a:r>
              <a:rPr dirty="0" spc="-40"/>
              <a:t>and</a:t>
            </a:r>
            <a:r>
              <a:rPr dirty="0" spc="-55"/>
              <a:t> </a:t>
            </a:r>
            <a:r>
              <a:rPr dirty="0" spc="105"/>
              <a:t>the</a:t>
            </a:r>
            <a:r>
              <a:rPr dirty="0" spc="-60"/>
              <a:t> </a:t>
            </a:r>
            <a:r>
              <a:rPr dirty="0" spc="50"/>
              <a:t>social, </a:t>
            </a:r>
            <a:r>
              <a:rPr dirty="0"/>
              <a:t>environmental,</a:t>
            </a:r>
            <a:r>
              <a:rPr dirty="0" spc="-45"/>
              <a:t> </a:t>
            </a:r>
            <a:r>
              <a:rPr dirty="0" spc="145"/>
              <a:t>or</a:t>
            </a:r>
            <a:r>
              <a:rPr dirty="0" spc="-45"/>
              <a:t> </a:t>
            </a:r>
            <a:r>
              <a:rPr dirty="0"/>
              <a:t>economic</a:t>
            </a:r>
            <a:r>
              <a:rPr dirty="0" spc="-45"/>
              <a:t> </a:t>
            </a:r>
            <a:r>
              <a:rPr dirty="0"/>
              <a:t>value</a:t>
            </a:r>
            <a:r>
              <a:rPr dirty="0" spc="-45"/>
              <a:t> </a:t>
            </a:r>
            <a:r>
              <a:rPr dirty="0" spc="-10"/>
              <a:t>created.</a:t>
            </a:r>
          </a:p>
          <a:p>
            <a:pPr marL="37465" marR="1550670">
              <a:lnSpc>
                <a:spcPct val="101400"/>
              </a:lnSpc>
              <a:spcBef>
                <a:spcPts val="4130"/>
              </a:spcBef>
            </a:pPr>
            <a:r>
              <a:rPr dirty="0" spc="175"/>
              <a:t>State</a:t>
            </a:r>
            <a:r>
              <a:rPr dirty="0"/>
              <a:t> </a:t>
            </a:r>
            <a:r>
              <a:rPr dirty="0" spc="105"/>
              <a:t>the</a:t>
            </a:r>
            <a:r>
              <a:rPr dirty="0"/>
              <a:t> expected</a:t>
            </a:r>
            <a:r>
              <a:rPr dirty="0" spc="5"/>
              <a:t> </a:t>
            </a:r>
            <a:r>
              <a:rPr dirty="0"/>
              <a:t>measurable</a:t>
            </a:r>
            <a:r>
              <a:rPr dirty="0" spc="-5"/>
              <a:t> </a:t>
            </a:r>
            <a:r>
              <a:rPr dirty="0" spc="55"/>
              <a:t>outcomes,</a:t>
            </a:r>
            <a:r>
              <a:rPr dirty="0" spc="5"/>
              <a:t> </a:t>
            </a:r>
            <a:r>
              <a:rPr dirty="0" spc="114"/>
              <a:t>such</a:t>
            </a:r>
            <a:r>
              <a:rPr dirty="0"/>
              <a:t> </a:t>
            </a:r>
            <a:r>
              <a:rPr dirty="0" spc="110"/>
              <a:t>as</a:t>
            </a:r>
            <a:r>
              <a:rPr dirty="0"/>
              <a:t> </a:t>
            </a:r>
            <a:r>
              <a:rPr dirty="0" spc="50"/>
              <a:t>time</a:t>
            </a:r>
            <a:r>
              <a:rPr dirty="0"/>
              <a:t> saved, </a:t>
            </a:r>
            <a:r>
              <a:rPr dirty="0" spc="150"/>
              <a:t>cost </a:t>
            </a:r>
            <a:r>
              <a:rPr dirty="0"/>
              <a:t>reduced,</a:t>
            </a:r>
            <a:r>
              <a:rPr dirty="0" spc="-5"/>
              <a:t> </a:t>
            </a:r>
            <a:r>
              <a:rPr dirty="0" spc="145"/>
              <a:t>or</a:t>
            </a:r>
            <a:r>
              <a:rPr dirty="0"/>
              <a:t> </a:t>
            </a:r>
            <a:r>
              <a:rPr dirty="0" spc="155"/>
              <a:t>resources</a:t>
            </a:r>
            <a:r>
              <a:rPr dirty="0" spc="-5"/>
              <a:t> </a:t>
            </a:r>
            <a:r>
              <a:rPr dirty="0" spc="55"/>
              <a:t>protected</a:t>
            </a:r>
          </a:p>
          <a:p>
            <a:pPr marL="37465" marR="5080">
              <a:lnSpc>
                <a:spcPct val="101400"/>
              </a:lnSpc>
              <a:spcBef>
                <a:spcPts val="3375"/>
              </a:spcBef>
            </a:pPr>
            <a:r>
              <a:rPr dirty="0" spc="50"/>
              <a:t>Explain</a:t>
            </a:r>
            <a:r>
              <a:rPr dirty="0" spc="-30"/>
              <a:t> </a:t>
            </a:r>
            <a:r>
              <a:rPr dirty="0" spc="70"/>
              <a:t>how</a:t>
            </a:r>
            <a:r>
              <a:rPr dirty="0" spc="-25"/>
              <a:t> </a:t>
            </a:r>
            <a:r>
              <a:rPr dirty="0" spc="105"/>
              <a:t>the</a:t>
            </a:r>
            <a:r>
              <a:rPr dirty="0" spc="-30"/>
              <a:t> </a:t>
            </a:r>
            <a:r>
              <a:rPr dirty="0" spc="140"/>
              <a:t>solution</a:t>
            </a:r>
            <a:r>
              <a:rPr dirty="0" spc="-25"/>
              <a:t> </a:t>
            </a:r>
            <a:r>
              <a:rPr dirty="0" spc="-40"/>
              <a:t>can</a:t>
            </a:r>
            <a:r>
              <a:rPr dirty="0" spc="-30"/>
              <a:t> </a:t>
            </a:r>
            <a:r>
              <a:rPr dirty="0" spc="65"/>
              <a:t>scale</a:t>
            </a:r>
            <a:r>
              <a:rPr dirty="0" spc="-25"/>
              <a:t> </a:t>
            </a:r>
            <a:r>
              <a:rPr dirty="0" spc="145"/>
              <a:t>to</a:t>
            </a:r>
            <a:r>
              <a:rPr dirty="0" spc="-30"/>
              <a:t> </a:t>
            </a:r>
            <a:r>
              <a:rPr dirty="0"/>
              <a:t>more</a:t>
            </a:r>
            <a:r>
              <a:rPr dirty="0" spc="-25"/>
              <a:t> </a:t>
            </a:r>
            <a:r>
              <a:rPr dirty="0" spc="200"/>
              <a:t>users,</a:t>
            </a:r>
            <a:r>
              <a:rPr dirty="0" spc="-30"/>
              <a:t> </a:t>
            </a:r>
            <a:r>
              <a:rPr dirty="0" spc="75"/>
              <a:t>locations,</a:t>
            </a:r>
            <a:r>
              <a:rPr dirty="0" spc="-25"/>
              <a:t> </a:t>
            </a:r>
            <a:r>
              <a:rPr dirty="0" spc="145"/>
              <a:t>or</a:t>
            </a:r>
            <a:r>
              <a:rPr dirty="0" spc="-25"/>
              <a:t> </a:t>
            </a:r>
            <a:r>
              <a:rPr dirty="0" spc="200"/>
              <a:t>sectors</a:t>
            </a:r>
            <a:r>
              <a:rPr dirty="0" spc="-30"/>
              <a:t> </a:t>
            </a:r>
            <a:r>
              <a:rPr dirty="0" spc="-25"/>
              <a:t>and </a:t>
            </a:r>
            <a:r>
              <a:rPr dirty="0" spc="60"/>
              <a:t>what</a:t>
            </a:r>
            <a:r>
              <a:rPr dirty="0" spc="-35"/>
              <a:t> </a:t>
            </a:r>
            <a:r>
              <a:rPr dirty="0" spc="175"/>
              <a:t>it</a:t>
            </a:r>
            <a:r>
              <a:rPr dirty="0" spc="-35"/>
              <a:t> </a:t>
            </a:r>
            <a:r>
              <a:rPr dirty="0" spc="80"/>
              <a:t>needs</a:t>
            </a:r>
            <a:r>
              <a:rPr dirty="0" spc="-30"/>
              <a:t> </a:t>
            </a:r>
            <a:r>
              <a:rPr dirty="0" spc="145"/>
              <a:t>to</a:t>
            </a:r>
            <a:r>
              <a:rPr dirty="0" spc="-35"/>
              <a:t> </a:t>
            </a:r>
            <a:r>
              <a:rPr dirty="0" spc="-10"/>
              <a:t>scale.</a:t>
            </a:r>
          </a:p>
          <a:p>
            <a:pPr marL="12700" marR="1574800">
              <a:lnSpc>
                <a:spcPct val="101400"/>
              </a:lnSpc>
              <a:spcBef>
                <a:spcPts val="2555"/>
              </a:spcBef>
            </a:pPr>
            <a:r>
              <a:rPr dirty="0" spc="50"/>
              <a:t>Explain</a:t>
            </a:r>
            <a:r>
              <a:rPr dirty="0"/>
              <a:t> </a:t>
            </a:r>
            <a:r>
              <a:rPr dirty="0" spc="70"/>
              <a:t>how</a:t>
            </a:r>
            <a:r>
              <a:rPr dirty="0" spc="15"/>
              <a:t> </a:t>
            </a:r>
            <a:r>
              <a:rPr dirty="0" spc="105"/>
              <a:t>the</a:t>
            </a:r>
            <a:r>
              <a:rPr dirty="0" spc="10"/>
              <a:t> </a:t>
            </a:r>
            <a:r>
              <a:rPr dirty="0" spc="140"/>
              <a:t>solution</a:t>
            </a:r>
            <a:r>
              <a:rPr dirty="0" spc="15"/>
              <a:t> </a:t>
            </a:r>
            <a:r>
              <a:rPr dirty="0" spc="-40"/>
              <a:t>can</a:t>
            </a:r>
            <a:r>
              <a:rPr dirty="0" spc="15"/>
              <a:t> </a:t>
            </a:r>
            <a:r>
              <a:rPr dirty="0"/>
              <a:t>remain</a:t>
            </a:r>
            <a:r>
              <a:rPr dirty="0" spc="15"/>
              <a:t> </a:t>
            </a:r>
            <a:r>
              <a:rPr dirty="0"/>
              <a:t>operational</a:t>
            </a:r>
            <a:r>
              <a:rPr dirty="0" spc="10"/>
              <a:t> </a:t>
            </a:r>
            <a:r>
              <a:rPr dirty="0"/>
              <a:t>over</a:t>
            </a:r>
            <a:r>
              <a:rPr dirty="0" spc="15"/>
              <a:t> </a:t>
            </a:r>
            <a:r>
              <a:rPr dirty="0"/>
              <a:t>time,</a:t>
            </a:r>
            <a:r>
              <a:rPr dirty="0" spc="15"/>
              <a:t> </a:t>
            </a:r>
            <a:r>
              <a:rPr dirty="0" spc="-10"/>
              <a:t>including </a:t>
            </a:r>
            <a:r>
              <a:rPr dirty="0"/>
              <a:t>upkeep</a:t>
            </a:r>
            <a:r>
              <a:rPr dirty="0" spc="-40"/>
              <a:t> and</a:t>
            </a:r>
            <a:r>
              <a:rPr dirty="0" spc="-35"/>
              <a:t> </a:t>
            </a:r>
            <a:r>
              <a:rPr dirty="0"/>
              <a:t>continued</a:t>
            </a:r>
            <a:r>
              <a:rPr dirty="0" spc="-40"/>
              <a:t> </a:t>
            </a:r>
            <a:r>
              <a:rPr dirty="0" spc="185"/>
              <a:t>user</a:t>
            </a:r>
            <a:r>
              <a:rPr dirty="0" spc="-35"/>
              <a:t> </a:t>
            </a:r>
            <a:r>
              <a:rPr dirty="0" spc="-10"/>
              <a:t>adoption.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</a:p>
          <a:p>
            <a:pPr marL="80010">
              <a:lnSpc>
                <a:spcPct val="100000"/>
              </a:lnSpc>
              <a:spcBef>
                <a:spcPts val="5"/>
              </a:spcBef>
            </a:pPr>
            <a:r>
              <a:rPr dirty="0" spc="75">
                <a:solidFill>
                  <a:srgbClr val="CC0000"/>
                </a:solidFill>
              </a:rPr>
              <a:t>Next</a:t>
            </a:r>
            <a:r>
              <a:rPr dirty="0" spc="-20">
                <a:solidFill>
                  <a:srgbClr val="CC0000"/>
                </a:solidFill>
              </a:rPr>
              <a:t> </a:t>
            </a:r>
            <a:r>
              <a:rPr dirty="0" spc="130">
                <a:solidFill>
                  <a:srgbClr val="CC0000"/>
                </a:solidFill>
              </a:rPr>
              <a:t>Step</a:t>
            </a:r>
            <a:r>
              <a:rPr dirty="0" spc="130"/>
              <a:t>:</a:t>
            </a:r>
            <a:r>
              <a:rPr dirty="0" spc="-20"/>
              <a:t> </a:t>
            </a:r>
            <a:r>
              <a:rPr dirty="0" spc="190"/>
              <a:t>What</a:t>
            </a:r>
            <a:r>
              <a:rPr dirty="0" spc="-20"/>
              <a:t> </a:t>
            </a:r>
            <a:r>
              <a:rPr dirty="0" spc="105"/>
              <a:t>the</a:t>
            </a:r>
            <a:r>
              <a:rPr dirty="0" spc="-2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85"/>
              <a:t>plans</a:t>
            </a:r>
            <a:r>
              <a:rPr dirty="0" spc="-20"/>
              <a:t> </a:t>
            </a:r>
            <a:r>
              <a:rPr dirty="0" spc="145"/>
              <a:t>to</a:t>
            </a:r>
            <a:r>
              <a:rPr dirty="0" spc="-15"/>
              <a:t> </a:t>
            </a:r>
            <a:r>
              <a:rPr dirty="0"/>
              <a:t>build</a:t>
            </a:r>
            <a:r>
              <a:rPr dirty="0" spc="-20"/>
              <a:t> </a:t>
            </a:r>
            <a:r>
              <a:rPr dirty="0" spc="65"/>
              <a:t>next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one</a:t>
            </a:r>
            <a:r>
              <a:rPr dirty="0" spc="-20"/>
              <a:t> </a:t>
            </a:r>
            <a:r>
              <a:rPr dirty="0" spc="40"/>
              <a:t>sentence.</a:t>
            </a:r>
          </a:p>
        </p:txBody>
      </p:sp>
      <p:sp>
        <p:nvSpPr>
          <p:cNvPr id="13" name="object 13"/>
          <p:cNvSpPr/>
          <p:nvPr/>
        </p:nvSpPr>
        <p:spPr>
          <a:xfrm>
            <a:off x="0" y="9918445"/>
            <a:ext cx="18288000" cy="368935"/>
          </a:xfrm>
          <a:custGeom>
            <a:avLst/>
            <a:gdLst/>
            <a:ahLst/>
            <a:cxnLst/>
            <a:rect l="l" t="t" r="r" b="b"/>
            <a:pathLst>
              <a:path w="18288000" h="368934">
                <a:moveTo>
                  <a:pt x="18287998" y="368553"/>
                </a:moveTo>
                <a:lnTo>
                  <a:pt x="0" y="368553"/>
                </a:lnTo>
                <a:lnTo>
                  <a:pt x="0" y="50911"/>
                </a:lnTo>
                <a:lnTo>
                  <a:pt x="52282" y="39806"/>
                </a:lnTo>
                <a:lnTo>
                  <a:pt x="102236" y="30487"/>
                </a:lnTo>
                <a:lnTo>
                  <a:pt x="152426" y="22413"/>
                </a:lnTo>
                <a:lnTo>
                  <a:pt x="202789" y="15577"/>
                </a:lnTo>
                <a:lnTo>
                  <a:pt x="253286" y="9951"/>
                </a:lnTo>
                <a:lnTo>
                  <a:pt x="303929" y="5608"/>
                </a:lnTo>
                <a:lnTo>
                  <a:pt x="354640" y="2510"/>
                </a:lnTo>
                <a:lnTo>
                  <a:pt x="405434" y="633"/>
                </a:lnTo>
                <a:lnTo>
                  <a:pt x="456262" y="0"/>
                </a:lnTo>
                <a:lnTo>
                  <a:pt x="17831709" y="0"/>
                </a:lnTo>
                <a:lnTo>
                  <a:pt x="17882537" y="633"/>
                </a:lnTo>
                <a:lnTo>
                  <a:pt x="17933332" y="2510"/>
                </a:lnTo>
                <a:lnTo>
                  <a:pt x="17984042" y="5608"/>
                </a:lnTo>
                <a:lnTo>
                  <a:pt x="18034685" y="9951"/>
                </a:lnTo>
                <a:lnTo>
                  <a:pt x="18085183" y="15577"/>
                </a:lnTo>
                <a:lnTo>
                  <a:pt x="18135546" y="22413"/>
                </a:lnTo>
                <a:lnTo>
                  <a:pt x="18185718" y="30487"/>
                </a:lnTo>
                <a:lnTo>
                  <a:pt x="18235689" y="39806"/>
                </a:lnTo>
                <a:lnTo>
                  <a:pt x="18285402" y="50318"/>
                </a:lnTo>
                <a:lnTo>
                  <a:pt x="18287998" y="368553"/>
                </a:lnTo>
                <a:close/>
              </a:path>
            </a:pathLst>
          </a:custGeom>
          <a:solidFill>
            <a:srgbClr val="0096B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0040" y="341375"/>
            <a:ext cx="10439400" cy="10972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51975" y="334601"/>
            <a:ext cx="10351135" cy="1076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85">
                <a:solidFill>
                  <a:srgbClr val="CC0000"/>
                </a:solidFill>
              </a:rPr>
              <a:t>RULES</a:t>
            </a:r>
            <a:r>
              <a:rPr dirty="0" spc="-1070">
                <a:solidFill>
                  <a:srgbClr val="CC0000"/>
                </a:solidFill>
              </a:rPr>
              <a:t> </a:t>
            </a:r>
            <a:r>
              <a:rPr dirty="0" spc="-505">
                <a:solidFill>
                  <a:srgbClr val="CC0000"/>
                </a:solidFill>
              </a:rPr>
              <a:t>A</a:t>
            </a:r>
            <a:r>
              <a:rPr dirty="0" spc="-475">
                <a:solidFill>
                  <a:srgbClr val="CC0000"/>
                </a:solidFill>
              </a:rPr>
              <a:t>N</a:t>
            </a:r>
            <a:r>
              <a:rPr dirty="0" spc="20">
                <a:solidFill>
                  <a:srgbClr val="CC0000"/>
                </a:solidFill>
              </a:rPr>
              <a:t>D</a:t>
            </a:r>
            <a:r>
              <a:rPr dirty="0" spc="-1065">
                <a:solidFill>
                  <a:srgbClr val="CC0000"/>
                </a:solidFill>
              </a:rPr>
              <a:t> </a:t>
            </a:r>
            <a:r>
              <a:rPr dirty="0" spc="20">
                <a:solidFill>
                  <a:srgbClr val="CC0000"/>
                </a:solidFill>
              </a:rPr>
              <a:t>R</a:t>
            </a:r>
            <a:r>
              <a:rPr dirty="0" spc="-5">
                <a:solidFill>
                  <a:srgbClr val="CC0000"/>
                </a:solidFill>
              </a:rPr>
              <a:t>E</a:t>
            </a:r>
            <a:r>
              <a:rPr dirty="0" spc="-75">
                <a:solidFill>
                  <a:srgbClr val="CC0000"/>
                </a:solidFill>
              </a:rPr>
              <a:t>G</a:t>
            </a:r>
            <a:r>
              <a:rPr dirty="0" spc="10">
                <a:solidFill>
                  <a:srgbClr val="CC0000"/>
                </a:solidFill>
              </a:rPr>
              <a:t>U</a:t>
            </a:r>
            <a:r>
              <a:rPr dirty="0" spc="40">
                <a:solidFill>
                  <a:srgbClr val="CC0000"/>
                </a:solidFill>
              </a:rPr>
              <a:t>L</a:t>
            </a:r>
            <a:r>
              <a:rPr dirty="0" spc="-710">
                <a:solidFill>
                  <a:srgbClr val="CC0000"/>
                </a:solidFill>
              </a:rPr>
              <a:t>A</a:t>
            </a:r>
            <a:r>
              <a:rPr dirty="0" spc="105">
                <a:solidFill>
                  <a:srgbClr val="CC0000"/>
                </a:solidFill>
              </a:rPr>
              <a:t>T</a:t>
            </a:r>
            <a:r>
              <a:rPr dirty="0" spc="-55">
                <a:solidFill>
                  <a:srgbClr val="CC0000"/>
                </a:solidFill>
              </a:rPr>
              <a:t>I</a:t>
            </a:r>
            <a:r>
              <a:rPr dirty="0" spc="-75">
                <a:solidFill>
                  <a:srgbClr val="CC0000"/>
                </a:solidFill>
              </a:rPr>
              <a:t>O</a:t>
            </a:r>
            <a:r>
              <a:rPr dirty="0" spc="-50">
                <a:solidFill>
                  <a:srgbClr val="CC0000"/>
                </a:solidFill>
              </a:rPr>
              <a:t>N</a:t>
            </a:r>
            <a:r>
              <a:rPr dirty="0" spc="445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2" name="object 2"/>
          <p:cNvSpPr/>
          <p:nvPr/>
        </p:nvSpPr>
        <p:spPr>
          <a:xfrm>
            <a:off x="603934" y="2592612"/>
            <a:ext cx="17219295" cy="7096125"/>
          </a:xfrm>
          <a:custGeom>
            <a:avLst/>
            <a:gdLst/>
            <a:ahLst/>
            <a:cxnLst/>
            <a:rect l="l" t="t" r="r" b="b"/>
            <a:pathLst>
              <a:path w="17219295" h="7096125">
                <a:moveTo>
                  <a:pt x="15994812" y="7095516"/>
                </a:moveTo>
                <a:lnTo>
                  <a:pt x="1193981" y="7095144"/>
                </a:lnTo>
                <a:lnTo>
                  <a:pt x="1133962" y="7092189"/>
                </a:lnTo>
                <a:lnTo>
                  <a:pt x="1074180" y="7086320"/>
                </a:lnTo>
                <a:lnTo>
                  <a:pt x="1014744" y="7077495"/>
                </a:lnTo>
                <a:lnTo>
                  <a:pt x="955828" y="7065765"/>
                </a:lnTo>
                <a:lnTo>
                  <a:pt x="897557" y="7051182"/>
                </a:lnTo>
                <a:lnTo>
                  <a:pt x="840063" y="7033748"/>
                </a:lnTo>
                <a:lnTo>
                  <a:pt x="783483" y="7013489"/>
                </a:lnTo>
                <a:lnTo>
                  <a:pt x="727988" y="6990513"/>
                </a:lnTo>
                <a:lnTo>
                  <a:pt x="673681" y="6964815"/>
                </a:lnTo>
                <a:lnTo>
                  <a:pt x="620689" y="6936511"/>
                </a:lnTo>
                <a:lnTo>
                  <a:pt x="569162" y="6905616"/>
                </a:lnTo>
                <a:lnTo>
                  <a:pt x="519214" y="6872237"/>
                </a:lnTo>
                <a:lnTo>
                  <a:pt x="470970" y="6836454"/>
                </a:lnTo>
                <a:lnTo>
                  <a:pt x="424511" y="6798344"/>
                </a:lnTo>
                <a:lnTo>
                  <a:pt x="380011" y="6757992"/>
                </a:lnTo>
                <a:lnTo>
                  <a:pt x="337524" y="6715505"/>
                </a:lnTo>
                <a:lnTo>
                  <a:pt x="297172" y="6670992"/>
                </a:lnTo>
                <a:lnTo>
                  <a:pt x="259062" y="6624546"/>
                </a:lnTo>
                <a:lnTo>
                  <a:pt x="223279" y="6576302"/>
                </a:lnTo>
                <a:lnTo>
                  <a:pt x="189900" y="6526354"/>
                </a:lnTo>
                <a:lnTo>
                  <a:pt x="159005" y="6474827"/>
                </a:lnTo>
                <a:lnTo>
                  <a:pt x="130701" y="6421835"/>
                </a:lnTo>
                <a:lnTo>
                  <a:pt x="105003" y="6367528"/>
                </a:lnTo>
                <a:lnTo>
                  <a:pt x="82027" y="6312033"/>
                </a:lnTo>
                <a:lnTo>
                  <a:pt x="61768" y="6255453"/>
                </a:lnTo>
                <a:lnTo>
                  <a:pt x="44333" y="6197958"/>
                </a:lnTo>
                <a:lnTo>
                  <a:pt x="29751" y="6139688"/>
                </a:lnTo>
                <a:lnTo>
                  <a:pt x="18021" y="6080772"/>
                </a:lnTo>
                <a:lnTo>
                  <a:pt x="9196" y="6021336"/>
                </a:lnTo>
                <a:lnTo>
                  <a:pt x="3327" y="5961554"/>
                </a:lnTo>
                <a:lnTo>
                  <a:pt x="372" y="5901535"/>
                </a:lnTo>
                <a:lnTo>
                  <a:pt x="0" y="5871509"/>
                </a:lnTo>
                <a:lnTo>
                  <a:pt x="372" y="1193981"/>
                </a:lnTo>
                <a:lnTo>
                  <a:pt x="3327" y="1133962"/>
                </a:lnTo>
                <a:lnTo>
                  <a:pt x="9196" y="1074180"/>
                </a:lnTo>
                <a:lnTo>
                  <a:pt x="18021" y="1014744"/>
                </a:lnTo>
                <a:lnTo>
                  <a:pt x="29751" y="955828"/>
                </a:lnTo>
                <a:lnTo>
                  <a:pt x="44333" y="897557"/>
                </a:lnTo>
                <a:lnTo>
                  <a:pt x="61768" y="840063"/>
                </a:lnTo>
                <a:lnTo>
                  <a:pt x="82027" y="783483"/>
                </a:lnTo>
                <a:lnTo>
                  <a:pt x="105003" y="727988"/>
                </a:lnTo>
                <a:lnTo>
                  <a:pt x="130701" y="673681"/>
                </a:lnTo>
                <a:lnTo>
                  <a:pt x="159005" y="620689"/>
                </a:lnTo>
                <a:lnTo>
                  <a:pt x="189900" y="569162"/>
                </a:lnTo>
                <a:lnTo>
                  <a:pt x="223279" y="519214"/>
                </a:lnTo>
                <a:lnTo>
                  <a:pt x="259062" y="470970"/>
                </a:lnTo>
                <a:lnTo>
                  <a:pt x="297172" y="424511"/>
                </a:lnTo>
                <a:lnTo>
                  <a:pt x="337524" y="380011"/>
                </a:lnTo>
                <a:lnTo>
                  <a:pt x="380011" y="337524"/>
                </a:lnTo>
                <a:lnTo>
                  <a:pt x="424511" y="297172"/>
                </a:lnTo>
                <a:lnTo>
                  <a:pt x="470970" y="259062"/>
                </a:lnTo>
                <a:lnTo>
                  <a:pt x="519214" y="223279"/>
                </a:lnTo>
                <a:lnTo>
                  <a:pt x="569162" y="189900"/>
                </a:lnTo>
                <a:lnTo>
                  <a:pt x="620689" y="159005"/>
                </a:lnTo>
                <a:lnTo>
                  <a:pt x="673681" y="130701"/>
                </a:lnTo>
                <a:lnTo>
                  <a:pt x="727988" y="105003"/>
                </a:lnTo>
                <a:lnTo>
                  <a:pt x="783483" y="82027"/>
                </a:lnTo>
                <a:lnTo>
                  <a:pt x="840063" y="61768"/>
                </a:lnTo>
                <a:lnTo>
                  <a:pt x="897557" y="44333"/>
                </a:lnTo>
                <a:lnTo>
                  <a:pt x="955828" y="29751"/>
                </a:lnTo>
                <a:lnTo>
                  <a:pt x="1014744" y="18021"/>
                </a:lnTo>
                <a:lnTo>
                  <a:pt x="1074180" y="9196"/>
                </a:lnTo>
                <a:lnTo>
                  <a:pt x="1133962" y="3313"/>
                </a:lnTo>
                <a:lnTo>
                  <a:pt x="1193981" y="372"/>
                </a:lnTo>
                <a:lnTo>
                  <a:pt x="1224006" y="0"/>
                </a:lnTo>
                <a:lnTo>
                  <a:pt x="16024837" y="372"/>
                </a:lnTo>
                <a:lnTo>
                  <a:pt x="16084857" y="3313"/>
                </a:lnTo>
                <a:lnTo>
                  <a:pt x="16144638" y="9196"/>
                </a:lnTo>
                <a:lnTo>
                  <a:pt x="16204075" y="18021"/>
                </a:lnTo>
                <a:lnTo>
                  <a:pt x="16262991" y="29751"/>
                </a:lnTo>
                <a:lnTo>
                  <a:pt x="16321261" y="44333"/>
                </a:lnTo>
                <a:lnTo>
                  <a:pt x="16378756" y="61768"/>
                </a:lnTo>
                <a:lnTo>
                  <a:pt x="16435331" y="82027"/>
                </a:lnTo>
                <a:lnTo>
                  <a:pt x="16490826" y="105003"/>
                </a:lnTo>
                <a:lnTo>
                  <a:pt x="16545133" y="130701"/>
                </a:lnTo>
                <a:lnTo>
                  <a:pt x="16598126" y="159005"/>
                </a:lnTo>
                <a:lnTo>
                  <a:pt x="16649656" y="189900"/>
                </a:lnTo>
                <a:lnTo>
                  <a:pt x="16699604" y="223279"/>
                </a:lnTo>
                <a:lnTo>
                  <a:pt x="16747849" y="259062"/>
                </a:lnTo>
                <a:lnTo>
                  <a:pt x="16794295" y="297172"/>
                </a:lnTo>
                <a:lnTo>
                  <a:pt x="16838808" y="337524"/>
                </a:lnTo>
                <a:lnTo>
                  <a:pt x="16881294" y="380011"/>
                </a:lnTo>
                <a:lnTo>
                  <a:pt x="16921647" y="424511"/>
                </a:lnTo>
                <a:lnTo>
                  <a:pt x="16959757" y="470970"/>
                </a:lnTo>
                <a:lnTo>
                  <a:pt x="16995535" y="519214"/>
                </a:lnTo>
                <a:lnTo>
                  <a:pt x="17028910" y="569162"/>
                </a:lnTo>
                <a:lnTo>
                  <a:pt x="17059810" y="620689"/>
                </a:lnTo>
                <a:lnTo>
                  <a:pt x="17088118" y="673681"/>
                </a:lnTo>
                <a:lnTo>
                  <a:pt x="17113816" y="727988"/>
                </a:lnTo>
                <a:lnTo>
                  <a:pt x="17136792" y="783483"/>
                </a:lnTo>
                <a:lnTo>
                  <a:pt x="17157051" y="840063"/>
                </a:lnTo>
                <a:lnTo>
                  <a:pt x="17174485" y="897557"/>
                </a:lnTo>
                <a:lnTo>
                  <a:pt x="17189067" y="955828"/>
                </a:lnTo>
                <a:lnTo>
                  <a:pt x="17200798" y="1014744"/>
                </a:lnTo>
                <a:lnTo>
                  <a:pt x="17209622" y="1074180"/>
                </a:lnTo>
                <a:lnTo>
                  <a:pt x="17215505" y="1133962"/>
                </a:lnTo>
                <a:lnTo>
                  <a:pt x="17218447" y="1193981"/>
                </a:lnTo>
                <a:lnTo>
                  <a:pt x="17218819" y="1224006"/>
                </a:lnTo>
                <a:lnTo>
                  <a:pt x="17218447" y="5901535"/>
                </a:lnTo>
                <a:lnTo>
                  <a:pt x="17215505" y="5961554"/>
                </a:lnTo>
                <a:lnTo>
                  <a:pt x="17209622" y="6021336"/>
                </a:lnTo>
                <a:lnTo>
                  <a:pt x="17200798" y="6080772"/>
                </a:lnTo>
                <a:lnTo>
                  <a:pt x="17189067" y="6139688"/>
                </a:lnTo>
                <a:lnTo>
                  <a:pt x="17174485" y="6197958"/>
                </a:lnTo>
                <a:lnTo>
                  <a:pt x="17157051" y="6255453"/>
                </a:lnTo>
                <a:lnTo>
                  <a:pt x="17136792" y="6312033"/>
                </a:lnTo>
                <a:lnTo>
                  <a:pt x="17113816" y="6367528"/>
                </a:lnTo>
                <a:lnTo>
                  <a:pt x="17088118" y="6421830"/>
                </a:lnTo>
                <a:lnTo>
                  <a:pt x="17059810" y="6474823"/>
                </a:lnTo>
                <a:lnTo>
                  <a:pt x="17028910" y="6526354"/>
                </a:lnTo>
                <a:lnTo>
                  <a:pt x="16995535" y="6576302"/>
                </a:lnTo>
                <a:lnTo>
                  <a:pt x="16959757" y="6624546"/>
                </a:lnTo>
                <a:lnTo>
                  <a:pt x="16921647" y="6670992"/>
                </a:lnTo>
                <a:lnTo>
                  <a:pt x="16881294" y="6715505"/>
                </a:lnTo>
                <a:lnTo>
                  <a:pt x="16838808" y="6757992"/>
                </a:lnTo>
                <a:lnTo>
                  <a:pt x="16794295" y="6798344"/>
                </a:lnTo>
                <a:lnTo>
                  <a:pt x="16747849" y="6836454"/>
                </a:lnTo>
                <a:lnTo>
                  <a:pt x="16699604" y="6872237"/>
                </a:lnTo>
                <a:lnTo>
                  <a:pt x="16649656" y="6905612"/>
                </a:lnTo>
                <a:lnTo>
                  <a:pt x="16598126" y="6936507"/>
                </a:lnTo>
                <a:lnTo>
                  <a:pt x="16545133" y="6964815"/>
                </a:lnTo>
                <a:lnTo>
                  <a:pt x="16490826" y="6990513"/>
                </a:lnTo>
                <a:lnTo>
                  <a:pt x="16435331" y="7013489"/>
                </a:lnTo>
                <a:lnTo>
                  <a:pt x="16378756" y="7033735"/>
                </a:lnTo>
                <a:lnTo>
                  <a:pt x="16321261" y="7051182"/>
                </a:lnTo>
                <a:lnTo>
                  <a:pt x="16262991" y="7065765"/>
                </a:lnTo>
                <a:lnTo>
                  <a:pt x="16204075" y="7077495"/>
                </a:lnTo>
                <a:lnTo>
                  <a:pt x="16144638" y="7086320"/>
                </a:lnTo>
                <a:lnTo>
                  <a:pt x="16084857" y="7092189"/>
                </a:lnTo>
                <a:lnTo>
                  <a:pt x="16024837" y="7095144"/>
                </a:lnTo>
                <a:lnTo>
                  <a:pt x="15994812" y="7095516"/>
                </a:lnTo>
                <a:close/>
              </a:path>
            </a:pathLst>
          </a:custGeom>
          <a:solidFill>
            <a:srgbClr val="003579">
              <a:alpha val="23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8534" y="3128462"/>
            <a:ext cx="104775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8534" y="3947612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8534" y="5585912"/>
            <a:ext cx="104775" cy="104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8534" y="6814637"/>
            <a:ext cx="104775" cy="1047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8534" y="8043362"/>
            <a:ext cx="104775" cy="1047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8534" y="8862512"/>
            <a:ext cx="104775" cy="1047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41463" y="1327848"/>
            <a:ext cx="15906115" cy="817689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 marR="996950">
              <a:lnSpc>
                <a:spcPct val="100000"/>
              </a:lnSpc>
              <a:spcBef>
                <a:spcPts val="919"/>
              </a:spcBef>
            </a:pPr>
            <a:r>
              <a:rPr dirty="0" sz="4000" spc="65">
                <a:latin typeface="Arial Narrow"/>
                <a:cs typeface="Arial Narrow"/>
              </a:rPr>
              <a:t>PART</a:t>
            </a:r>
            <a:r>
              <a:rPr dirty="0" sz="4000" spc="-165">
                <a:latin typeface="Arial Narrow"/>
                <a:cs typeface="Arial Narrow"/>
              </a:rPr>
              <a:t> </a:t>
            </a:r>
            <a:r>
              <a:rPr dirty="0" sz="4000" spc="45">
                <a:latin typeface="Arial Narrow"/>
                <a:cs typeface="Arial Narrow"/>
              </a:rPr>
              <a:t>ONE</a:t>
            </a:r>
            <a:endParaRPr sz="4000">
              <a:latin typeface="Arial Narrow"/>
              <a:cs typeface="Arial Narrow"/>
            </a:endParaRPr>
          </a:p>
          <a:p>
            <a:pPr marL="168910">
              <a:lnSpc>
                <a:spcPct val="100000"/>
              </a:lnSpc>
              <a:spcBef>
                <a:spcPts val="540"/>
              </a:spcBef>
            </a:pPr>
            <a:r>
              <a:rPr dirty="0" sz="2400" spc="125" b="1">
                <a:solidFill>
                  <a:srgbClr val="CC0000"/>
                </a:solidFill>
                <a:latin typeface="Century Gothic"/>
                <a:cs typeface="Century Gothic"/>
              </a:rPr>
              <a:t>NOTE: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You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-20" b="1">
                <a:solidFill>
                  <a:srgbClr val="CC0000"/>
                </a:solidFill>
                <a:latin typeface="Century Gothic"/>
                <a:cs typeface="Century Gothic"/>
              </a:rPr>
              <a:t>can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delete</a:t>
            </a:r>
            <a:r>
              <a:rPr dirty="0" sz="2400" spc="20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85" b="1">
                <a:solidFill>
                  <a:srgbClr val="CC0000"/>
                </a:solidFill>
                <a:latin typeface="Century Gothic"/>
                <a:cs typeface="Century Gothic"/>
              </a:rPr>
              <a:t>the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 </a:t>
            </a:r>
            <a:r>
              <a:rPr dirty="0" sz="2400" spc="140" b="1">
                <a:solidFill>
                  <a:srgbClr val="CC0000"/>
                </a:solidFill>
                <a:latin typeface="Century Gothic"/>
                <a:cs typeface="Century Gothic"/>
              </a:rPr>
              <a:t>slides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(Important</a:t>
            </a:r>
            <a:r>
              <a:rPr dirty="0" sz="2400" spc="20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60" b="1">
                <a:solidFill>
                  <a:srgbClr val="CC0000"/>
                </a:solidFill>
                <a:latin typeface="Century Gothic"/>
                <a:cs typeface="Century Gothic"/>
              </a:rPr>
              <a:t>pointers)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when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you</a:t>
            </a:r>
            <a:r>
              <a:rPr dirty="0" sz="2400" spc="20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upload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85" b="1">
                <a:solidFill>
                  <a:srgbClr val="CC0000"/>
                </a:solidFill>
                <a:latin typeface="Century Gothic"/>
                <a:cs typeface="Century Gothic"/>
              </a:rPr>
              <a:t>the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55" b="1">
                <a:solidFill>
                  <a:srgbClr val="CC0000"/>
                </a:solidFill>
                <a:latin typeface="Century Gothic"/>
                <a:cs typeface="Century Gothic"/>
              </a:rPr>
              <a:t>final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345" b="1">
                <a:solidFill>
                  <a:srgbClr val="CC0000"/>
                </a:solidFill>
                <a:latin typeface="Century Gothic"/>
                <a:cs typeface="Century Gothic"/>
              </a:rPr>
              <a:t>PPT</a:t>
            </a:r>
            <a:r>
              <a:rPr dirty="0" sz="2400" spc="20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-50" b="1">
                <a:solidFill>
                  <a:srgbClr val="CC0000"/>
                </a:solidFill>
                <a:latin typeface="Century Gothic"/>
                <a:cs typeface="Century Gothic"/>
              </a:rPr>
              <a:t>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2400">
              <a:latin typeface="Century Gothic"/>
              <a:cs typeface="Century Gothic"/>
            </a:endParaRPr>
          </a:p>
          <a:p>
            <a:pPr marL="102235">
              <a:lnSpc>
                <a:spcPct val="100000"/>
              </a:lnSpc>
            </a:pPr>
            <a:r>
              <a:rPr dirty="0" sz="2650" spc="85" b="1">
                <a:latin typeface="Century Gothic"/>
                <a:cs typeface="Century Gothic"/>
              </a:rPr>
              <a:t>Submit</a:t>
            </a:r>
            <a:r>
              <a:rPr dirty="0" sz="2650" spc="-1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only</a:t>
            </a:r>
            <a:r>
              <a:rPr dirty="0" sz="2650" spc="-1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one</a:t>
            </a:r>
            <a:r>
              <a:rPr dirty="0" sz="2650" spc="-15" b="1">
                <a:latin typeface="Century Gothic"/>
                <a:cs typeface="Century Gothic"/>
              </a:rPr>
              <a:t> </a:t>
            </a:r>
            <a:r>
              <a:rPr dirty="0" sz="2650" spc="350" b="1">
                <a:latin typeface="Century Gothic"/>
                <a:cs typeface="Century Gothic"/>
              </a:rPr>
              <a:t>PPT</a:t>
            </a:r>
            <a:r>
              <a:rPr dirty="0" sz="2650" spc="-10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per</a:t>
            </a:r>
            <a:r>
              <a:rPr dirty="0" sz="2650" spc="-15" b="1">
                <a:latin typeface="Century Gothic"/>
                <a:cs typeface="Century Gothic"/>
              </a:rPr>
              <a:t> </a:t>
            </a:r>
            <a:r>
              <a:rPr dirty="0" sz="2650" spc="-20" b="1">
                <a:latin typeface="Century Gothic"/>
                <a:cs typeface="Century Gothic"/>
              </a:rPr>
              <a:t>team.</a:t>
            </a:r>
            <a:r>
              <a:rPr dirty="0" sz="2650" spc="-15" b="1">
                <a:latin typeface="Century Gothic"/>
                <a:cs typeface="Century Gothic"/>
              </a:rPr>
              <a:t> </a:t>
            </a:r>
            <a:r>
              <a:rPr dirty="0" sz="2650" spc="175" b="1">
                <a:latin typeface="Century Gothic"/>
                <a:cs typeface="Century Gothic"/>
              </a:rPr>
              <a:t>The</a:t>
            </a:r>
            <a:r>
              <a:rPr dirty="0" sz="2650" spc="-10" b="1">
                <a:latin typeface="Century Gothic"/>
                <a:cs typeface="Century Gothic"/>
              </a:rPr>
              <a:t> </a:t>
            </a:r>
            <a:r>
              <a:rPr dirty="0" sz="2650" spc="-40" b="1">
                <a:latin typeface="Century Gothic"/>
                <a:cs typeface="Century Gothic"/>
              </a:rPr>
              <a:t>maximum</a:t>
            </a:r>
            <a:r>
              <a:rPr dirty="0" sz="2650" spc="-15" b="1">
                <a:latin typeface="Century Gothic"/>
                <a:cs typeface="Century Gothic"/>
              </a:rPr>
              <a:t> </a:t>
            </a:r>
            <a:r>
              <a:rPr dirty="0" sz="2650" spc="85" b="1">
                <a:latin typeface="Century Gothic"/>
                <a:cs typeface="Century Gothic"/>
              </a:rPr>
              <a:t>slide</a:t>
            </a:r>
            <a:r>
              <a:rPr dirty="0" sz="2650" spc="-15" b="1">
                <a:latin typeface="Century Gothic"/>
                <a:cs typeface="Century Gothic"/>
              </a:rPr>
              <a:t> </a:t>
            </a:r>
            <a:r>
              <a:rPr dirty="0" sz="2650" spc="60" b="1">
                <a:latin typeface="Century Gothic"/>
                <a:cs typeface="Century Gothic"/>
              </a:rPr>
              <a:t>limit</a:t>
            </a:r>
            <a:r>
              <a:rPr dirty="0" sz="2650" spc="-10" b="1">
                <a:latin typeface="Century Gothic"/>
                <a:cs typeface="Century Gothic"/>
              </a:rPr>
              <a:t> </a:t>
            </a:r>
            <a:r>
              <a:rPr dirty="0" sz="2650" spc="195" b="1">
                <a:latin typeface="Century Gothic"/>
                <a:cs typeface="Century Gothic"/>
              </a:rPr>
              <a:t>is</a:t>
            </a:r>
            <a:r>
              <a:rPr dirty="0" sz="2650" spc="-1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six(6),</a:t>
            </a:r>
            <a:r>
              <a:rPr dirty="0" sz="2650" spc="-1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including</a:t>
            </a:r>
            <a:r>
              <a:rPr dirty="0" sz="2650" spc="-15" b="1">
                <a:latin typeface="Century Gothic"/>
                <a:cs typeface="Century Gothic"/>
              </a:rPr>
              <a:t> </a:t>
            </a:r>
            <a:r>
              <a:rPr dirty="0" sz="2650" spc="65" b="1">
                <a:latin typeface="Century Gothic"/>
                <a:cs typeface="Century Gothic"/>
              </a:rPr>
              <a:t>the</a:t>
            </a:r>
            <a:r>
              <a:rPr dirty="0" sz="2650" spc="-10" b="1">
                <a:latin typeface="Century Gothic"/>
                <a:cs typeface="Century Gothic"/>
              </a:rPr>
              <a:t> </a:t>
            </a:r>
            <a:r>
              <a:rPr dirty="0" sz="2650" spc="200" b="1">
                <a:latin typeface="Century Gothic"/>
                <a:cs typeface="Century Gothic"/>
              </a:rPr>
              <a:t>first</a:t>
            </a:r>
            <a:r>
              <a:rPr dirty="0" sz="2650" spc="-15" b="1">
                <a:latin typeface="Century Gothic"/>
                <a:cs typeface="Century Gothic"/>
              </a:rPr>
              <a:t> </a:t>
            </a:r>
            <a:r>
              <a:rPr dirty="0" sz="2650" spc="45" b="1">
                <a:latin typeface="Century Gothic"/>
                <a:cs typeface="Century Gothic"/>
              </a:rPr>
              <a:t>slide.</a:t>
            </a:r>
            <a:endParaRPr sz="2650">
              <a:latin typeface="Century Gothic"/>
              <a:cs typeface="Century Gothic"/>
            </a:endParaRPr>
          </a:p>
          <a:p>
            <a:pPr marL="12700" marR="464820">
              <a:lnSpc>
                <a:spcPct val="101400"/>
              </a:lnSpc>
              <a:spcBef>
                <a:spcPts val="3225"/>
              </a:spcBef>
            </a:pPr>
            <a:r>
              <a:rPr dirty="0" sz="2650" b="1">
                <a:latin typeface="Century Gothic"/>
                <a:cs typeface="Century Gothic"/>
              </a:rPr>
              <a:t>Your</a:t>
            </a:r>
            <a:r>
              <a:rPr dirty="0" sz="2650" spc="-50" b="1">
                <a:latin typeface="Century Gothic"/>
                <a:cs typeface="Century Gothic"/>
              </a:rPr>
              <a:t> </a:t>
            </a:r>
            <a:r>
              <a:rPr dirty="0" sz="2650" b="1">
                <a:solidFill>
                  <a:srgbClr val="CC0000"/>
                </a:solidFill>
                <a:latin typeface="Century Gothic"/>
                <a:cs typeface="Century Gothic"/>
              </a:rPr>
              <a:t>Team</a:t>
            </a:r>
            <a:r>
              <a:rPr dirty="0" sz="2650" spc="-4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650" b="1">
                <a:solidFill>
                  <a:srgbClr val="CC0000"/>
                </a:solidFill>
                <a:latin typeface="Century Gothic"/>
                <a:cs typeface="Century Gothic"/>
              </a:rPr>
              <a:t>ID</a:t>
            </a:r>
            <a:r>
              <a:rPr dirty="0" sz="2650" spc="-4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650" spc="-55" b="1">
                <a:latin typeface="Century Gothic"/>
                <a:cs typeface="Century Gothic"/>
              </a:rPr>
              <a:t>and</a:t>
            </a:r>
            <a:r>
              <a:rPr dirty="0" sz="2650" spc="-50" b="1">
                <a:latin typeface="Century Gothic"/>
                <a:cs typeface="Century Gothic"/>
              </a:rPr>
              <a:t> </a:t>
            </a:r>
            <a:r>
              <a:rPr dirty="0" sz="2650" spc="114" b="1">
                <a:solidFill>
                  <a:srgbClr val="CC0000"/>
                </a:solidFill>
                <a:latin typeface="Century Gothic"/>
                <a:cs typeface="Century Gothic"/>
              </a:rPr>
              <a:t>Secret</a:t>
            </a:r>
            <a:r>
              <a:rPr dirty="0" sz="2650" spc="-4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650" spc="-10" b="1">
                <a:solidFill>
                  <a:srgbClr val="CC0000"/>
                </a:solidFill>
                <a:latin typeface="Century Gothic"/>
                <a:cs typeface="Century Gothic"/>
              </a:rPr>
              <a:t>Code</a:t>
            </a:r>
            <a:r>
              <a:rPr dirty="0" sz="2650" spc="-4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650" spc="110" b="1">
                <a:latin typeface="Century Gothic"/>
                <a:cs typeface="Century Gothic"/>
              </a:rPr>
              <a:t>will</a:t>
            </a:r>
            <a:r>
              <a:rPr dirty="0" sz="2650" spc="-4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be</a:t>
            </a:r>
            <a:r>
              <a:rPr dirty="0" sz="2650" spc="-50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shared</a:t>
            </a:r>
            <a:r>
              <a:rPr dirty="0" sz="2650" spc="-45" b="1">
                <a:latin typeface="Century Gothic"/>
                <a:cs typeface="Century Gothic"/>
              </a:rPr>
              <a:t> </a:t>
            </a:r>
            <a:r>
              <a:rPr dirty="0" sz="2650" spc="90" b="1">
                <a:latin typeface="Century Gothic"/>
                <a:cs typeface="Century Gothic"/>
              </a:rPr>
              <a:t>with</a:t>
            </a:r>
            <a:r>
              <a:rPr dirty="0" sz="2650" spc="-45" b="1">
                <a:latin typeface="Century Gothic"/>
                <a:cs typeface="Century Gothic"/>
              </a:rPr>
              <a:t> </a:t>
            </a:r>
            <a:r>
              <a:rPr dirty="0" sz="2650" spc="65" b="1">
                <a:latin typeface="Century Gothic"/>
                <a:cs typeface="Century Gothic"/>
              </a:rPr>
              <a:t>the</a:t>
            </a:r>
            <a:r>
              <a:rPr dirty="0" sz="2650" spc="-45" b="1">
                <a:latin typeface="Century Gothic"/>
                <a:cs typeface="Century Gothic"/>
              </a:rPr>
              <a:t> </a:t>
            </a:r>
            <a:r>
              <a:rPr dirty="0" sz="2650" spc="70" b="1">
                <a:latin typeface="Century Gothic"/>
                <a:cs typeface="Century Gothic"/>
              </a:rPr>
              <a:t>registered</a:t>
            </a:r>
            <a:r>
              <a:rPr dirty="0" sz="2650" spc="-50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team</a:t>
            </a:r>
            <a:r>
              <a:rPr dirty="0" sz="2650" spc="-4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leader</a:t>
            </a:r>
            <a:r>
              <a:rPr dirty="0" sz="2650" spc="-45" b="1">
                <a:latin typeface="Century Gothic"/>
                <a:cs typeface="Century Gothic"/>
              </a:rPr>
              <a:t> </a:t>
            </a:r>
            <a:r>
              <a:rPr dirty="0" sz="2650" spc="50" b="1">
                <a:latin typeface="Century Gothic"/>
                <a:cs typeface="Century Gothic"/>
              </a:rPr>
              <a:t>through</a:t>
            </a:r>
            <a:r>
              <a:rPr dirty="0" sz="2650" spc="-50" b="1">
                <a:latin typeface="Century Gothic"/>
                <a:cs typeface="Century Gothic"/>
              </a:rPr>
              <a:t> </a:t>
            </a:r>
            <a:r>
              <a:rPr dirty="0" sz="2650" spc="-10" b="1">
                <a:latin typeface="Century Gothic"/>
                <a:cs typeface="Century Gothic"/>
              </a:rPr>
              <a:t>email. </a:t>
            </a:r>
            <a:r>
              <a:rPr dirty="0" sz="2650" b="1">
                <a:latin typeface="Century Gothic"/>
                <a:cs typeface="Century Gothic"/>
              </a:rPr>
              <a:t>Keep</a:t>
            </a:r>
            <a:r>
              <a:rPr dirty="0" sz="2650" spc="2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them</a:t>
            </a:r>
            <a:r>
              <a:rPr dirty="0" sz="2650" spc="20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confidential</a:t>
            </a:r>
            <a:r>
              <a:rPr dirty="0" sz="2650" spc="25" b="1">
                <a:latin typeface="Century Gothic"/>
                <a:cs typeface="Century Gothic"/>
              </a:rPr>
              <a:t> </a:t>
            </a:r>
            <a:r>
              <a:rPr dirty="0" sz="2650" spc="-55" b="1">
                <a:latin typeface="Century Gothic"/>
                <a:cs typeface="Century Gothic"/>
              </a:rPr>
              <a:t>and</a:t>
            </a:r>
            <a:r>
              <a:rPr dirty="0" sz="2650" spc="20" b="1">
                <a:latin typeface="Century Gothic"/>
                <a:cs typeface="Century Gothic"/>
              </a:rPr>
              <a:t> </a:t>
            </a:r>
            <a:r>
              <a:rPr dirty="0" sz="2650" spc="60" b="1">
                <a:latin typeface="Century Gothic"/>
                <a:cs typeface="Century Gothic"/>
              </a:rPr>
              <a:t>enter</a:t>
            </a:r>
            <a:r>
              <a:rPr dirty="0" sz="2650" spc="20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them</a:t>
            </a:r>
            <a:r>
              <a:rPr dirty="0" sz="2650" spc="25" b="1">
                <a:latin typeface="Century Gothic"/>
                <a:cs typeface="Century Gothic"/>
              </a:rPr>
              <a:t> </a:t>
            </a:r>
            <a:r>
              <a:rPr dirty="0" sz="2650" spc="55" b="1">
                <a:latin typeface="Century Gothic"/>
                <a:cs typeface="Century Gothic"/>
              </a:rPr>
              <a:t>correctly</a:t>
            </a:r>
            <a:r>
              <a:rPr dirty="0" sz="2650" spc="20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wherever</a:t>
            </a:r>
            <a:r>
              <a:rPr dirty="0" sz="2650" spc="2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required.</a:t>
            </a:r>
            <a:r>
              <a:rPr dirty="0" sz="2650" spc="25" b="1">
                <a:latin typeface="Century Gothic"/>
                <a:cs typeface="Century Gothic"/>
              </a:rPr>
              <a:t> </a:t>
            </a:r>
            <a:r>
              <a:rPr dirty="0" sz="2650" b="1">
                <a:solidFill>
                  <a:srgbClr val="CC0000"/>
                </a:solidFill>
                <a:latin typeface="Century Gothic"/>
                <a:cs typeface="Century Gothic"/>
              </a:rPr>
              <a:t>Do</a:t>
            </a:r>
            <a:r>
              <a:rPr dirty="0" sz="2650" spc="20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650" spc="70" b="1">
                <a:solidFill>
                  <a:srgbClr val="CC0000"/>
                </a:solidFill>
                <a:latin typeface="Century Gothic"/>
                <a:cs typeface="Century Gothic"/>
              </a:rPr>
              <a:t>not</a:t>
            </a:r>
            <a:r>
              <a:rPr dirty="0" sz="2650" spc="20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650" spc="55" b="1">
                <a:solidFill>
                  <a:srgbClr val="CC0000"/>
                </a:solidFill>
                <a:latin typeface="Century Gothic"/>
                <a:cs typeface="Century Gothic"/>
              </a:rPr>
              <a:t>share</a:t>
            </a:r>
            <a:r>
              <a:rPr dirty="0" sz="2650" spc="2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650" spc="65" b="1">
                <a:latin typeface="Century Gothic"/>
                <a:cs typeface="Century Gothic"/>
              </a:rPr>
              <a:t>the</a:t>
            </a:r>
            <a:r>
              <a:rPr dirty="0" sz="2650" spc="20" b="1">
                <a:latin typeface="Century Gothic"/>
                <a:cs typeface="Century Gothic"/>
              </a:rPr>
              <a:t> </a:t>
            </a:r>
            <a:r>
              <a:rPr dirty="0" sz="2650" spc="105" b="1">
                <a:latin typeface="Century Gothic"/>
                <a:cs typeface="Century Gothic"/>
              </a:rPr>
              <a:t>Secret </a:t>
            </a:r>
            <a:r>
              <a:rPr dirty="0" sz="2650" spc="-10" b="1">
                <a:latin typeface="Century Gothic"/>
                <a:cs typeface="Century Gothic"/>
              </a:rPr>
              <a:t>Code,</a:t>
            </a:r>
            <a:r>
              <a:rPr dirty="0" sz="2650" spc="-40" b="1">
                <a:latin typeface="Century Gothic"/>
                <a:cs typeface="Century Gothic"/>
              </a:rPr>
              <a:t> </a:t>
            </a:r>
            <a:r>
              <a:rPr dirty="0" sz="2650" spc="70" b="1">
                <a:latin typeface="Century Gothic"/>
                <a:cs typeface="Century Gothic"/>
              </a:rPr>
              <a:t>as</a:t>
            </a:r>
            <a:r>
              <a:rPr dirty="0" sz="2650" spc="-35" b="1">
                <a:latin typeface="Century Gothic"/>
                <a:cs typeface="Century Gothic"/>
              </a:rPr>
              <a:t> </a:t>
            </a:r>
            <a:r>
              <a:rPr dirty="0" sz="2650" spc="-10" b="1">
                <a:latin typeface="Century Gothic"/>
                <a:cs typeface="Century Gothic"/>
              </a:rPr>
              <a:t>anyone</a:t>
            </a:r>
            <a:r>
              <a:rPr dirty="0" sz="2650" spc="-40" b="1">
                <a:latin typeface="Century Gothic"/>
                <a:cs typeface="Century Gothic"/>
              </a:rPr>
              <a:t> </a:t>
            </a:r>
            <a:r>
              <a:rPr dirty="0" sz="2650" spc="90" b="1">
                <a:latin typeface="Century Gothic"/>
                <a:cs typeface="Century Gothic"/>
              </a:rPr>
              <a:t>with</a:t>
            </a:r>
            <a:r>
              <a:rPr dirty="0" sz="2650" spc="-35" b="1">
                <a:latin typeface="Century Gothic"/>
                <a:cs typeface="Century Gothic"/>
              </a:rPr>
              <a:t> </a:t>
            </a:r>
            <a:r>
              <a:rPr dirty="0" sz="2650" spc="60" b="1">
                <a:latin typeface="Century Gothic"/>
                <a:cs typeface="Century Gothic"/>
              </a:rPr>
              <a:t>access</a:t>
            </a:r>
            <a:r>
              <a:rPr dirty="0" sz="2650" spc="-35" b="1">
                <a:latin typeface="Century Gothic"/>
                <a:cs typeface="Century Gothic"/>
              </a:rPr>
              <a:t> </a:t>
            </a:r>
            <a:r>
              <a:rPr dirty="0" sz="2650" spc="-105" b="1">
                <a:latin typeface="Century Gothic"/>
                <a:cs typeface="Century Gothic"/>
              </a:rPr>
              <a:t>may</a:t>
            </a:r>
            <a:r>
              <a:rPr dirty="0" sz="2650" spc="-40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be</a:t>
            </a:r>
            <a:r>
              <a:rPr dirty="0" sz="2650" spc="-35" b="1">
                <a:latin typeface="Century Gothic"/>
                <a:cs typeface="Century Gothic"/>
              </a:rPr>
              <a:t> </a:t>
            </a:r>
            <a:r>
              <a:rPr dirty="0" sz="2650" spc="-10" b="1">
                <a:latin typeface="Century Gothic"/>
                <a:cs typeface="Century Gothic"/>
              </a:rPr>
              <a:t>able</a:t>
            </a:r>
            <a:r>
              <a:rPr dirty="0" sz="2650" spc="-35" b="1">
                <a:latin typeface="Century Gothic"/>
                <a:cs typeface="Century Gothic"/>
              </a:rPr>
              <a:t> </a:t>
            </a:r>
            <a:r>
              <a:rPr dirty="0" sz="2650" spc="100" b="1">
                <a:latin typeface="Century Gothic"/>
                <a:cs typeface="Century Gothic"/>
              </a:rPr>
              <a:t>to</a:t>
            </a:r>
            <a:r>
              <a:rPr dirty="0" sz="2650" spc="-40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modify</a:t>
            </a:r>
            <a:r>
              <a:rPr dirty="0" sz="2650" spc="-35" b="1">
                <a:latin typeface="Century Gothic"/>
                <a:cs typeface="Century Gothic"/>
              </a:rPr>
              <a:t> </a:t>
            </a:r>
            <a:r>
              <a:rPr dirty="0" sz="2650" spc="100" b="1">
                <a:latin typeface="Century Gothic"/>
                <a:cs typeface="Century Gothic"/>
              </a:rPr>
              <a:t>or</a:t>
            </a:r>
            <a:r>
              <a:rPr dirty="0" sz="2650" spc="-35" b="1">
                <a:latin typeface="Century Gothic"/>
                <a:cs typeface="Century Gothic"/>
              </a:rPr>
              <a:t> </a:t>
            </a:r>
            <a:r>
              <a:rPr dirty="0" sz="2650" spc="70" b="1">
                <a:latin typeface="Century Gothic"/>
                <a:cs typeface="Century Gothic"/>
              </a:rPr>
              <a:t>submit</a:t>
            </a:r>
            <a:r>
              <a:rPr dirty="0" sz="2650" spc="-40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your</a:t>
            </a:r>
            <a:r>
              <a:rPr dirty="0" sz="2650" spc="-3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team’s</a:t>
            </a:r>
            <a:r>
              <a:rPr dirty="0" sz="2650" spc="-35" b="1">
                <a:latin typeface="Century Gothic"/>
                <a:cs typeface="Century Gothic"/>
              </a:rPr>
              <a:t> </a:t>
            </a:r>
            <a:r>
              <a:rPr dirty="0" sz="2650" spc="160" b="1">
                <a:latin typeface="Century Gothic"/>
                <a:cs typeface="Century Gothic"/>
              </a:rPr>
              <a:t>PPT..</a:t>
            </a:r>
            <a:endParaRPr sz="2650">
              <a:latin typeface="Century Gothic"/>
              <a:cs typeface="Century Gothic"/>
            </a:endParaRPr>
          </a:p>
          <a:p>
            <a:pPr marL="12700" marR="5080">
              <a:lnSpc>
                <a:spcPct val="101400"/>
              </a:lnSpc>
              <a:spcBef>
                <a:spcPts val="3225"/>
              </a:spcBef>
            </a:pPr>
            <a:r>
              <a:rPr dirty="0" sz="2650" spc="195" b="1">
                <a:latin typeface="Century Gothic"/>
                <a:cs typeface="Century Gothic"/>
              </a:rPr>
              <a:t>Use</a:t>
            </a:r>
            <a:r>
              <a:rPr dirty="0" sz="2650" spc="-10" b="1">
                <a:latin typeface="Century Gothic"/>
                <a:cs typeface="Century Gothic"/>
              </a:rPr>
              <a:t> </a:t>
            </a:r>
            <a:r>
              <a:rPr dirty="0" sz="2650" spc="65" b="1">
                <a:latin typeface="Century Gothic"/>
                <a:cs typeface="Century Gothic"/>
              </a:rPr>
              <a:t>the</a:t>
            </a:r>
            <a:r>
              <a:rPr dirty="0" sz="2650" spc="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same</a:t>
            </a:r>
            <a:r>
              <a:rPr dirty="0" sz="2650" spc="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team</a:t>
            </a:r>
            <a:r>
              <a:rPr dirty="0" sz="2650" spc="5" b="1">
                <a:latin typeface="Century Gothic"/>
                <a:cs typeface="Century Gothic"/>
              </a:rPr>
              <a:t> </a:t>
            </a:r>
            <a:r>
              <a:rPr dirty="0" sz="2650" spc="-55" b="1">
                <a:latin typeface="Century Gothic"/>
                <a:cs typeface="Century Gothic"/>
              </a:rPr>
              <a:t>name</a:t>
            </a:r>
            <a:r>
              <a:rPr dirty="0" sz="2650" b="1">
                <a:latin typeface="Century Gothic"/>
                <a:cs typeface="Century Gothic"/>
              </a:rPr>
              <a:t> </a:t>
            </a:r>
            <a:r>
              <a:rPr dirty="0" sz="2650" spc="70" b="1">
                <a:latin typeface="Century Gothic"/>
                <a:cs typeface="Century Gothic"/>
              </a:rPr>
              <a:t>as</a:t>
            </a:r>
            <a:r>
              <a:rPr dirty="0" sz="2650" spc="5" b="1">
                <a:latin typeface="Century Gothic"/>
                <a:cs typeface="Century Gothic"/>
              </a:rPr>
              <a:t> </a:t>
            </a:r>
            <a:r>
              <a:rPr dirty="0" sz="2650" spc="50" b="1">
                <a:latin typeface="Century Gothic"/>
                <a:cs typeface="Century Gothic"/>
              </a:rPr>
              <a:t>registered.</a:t>
            </a:r>
            <a:r>
              <a:rPr dirty="0" sz="2650" b="1">
                <a:latin typeface="Century Gothic"/>
                <a:cs typeface="Century Gothic"/>
              </a:rPr>
              <a:t> Do</a:t>
            </a:r>
            <a:r>
              <a:rPr dirty="0" sz="2650" spc="5" b="1">
                <a:latin typeface="Century Gothic"/>
                <a:cs typeface="Century Gothic"/>
              </a:rPr>
              <a:t> </a:t>
            </a:r>
            <a:r>
              <a:rPr dirty="0" sz="2650" spc="70" b="1">
                <a:latin typeface="Century Gothic"/>
                <a:cs typeface="Century Gothic"/>
              </a:rPr>
              <a:t>not</a:t>
            </a:r>
            <a:r>
              <a:rPr dirty="0" sz="2650" spc="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mention</a:t>
            </a:r>
            <a:r>
              <a:rPr dirty="0" sz="2650" spc="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your</a:t>
            </a:r>
            <a:r>
              <a:rPr dirty="0" sz="2650" spc="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college</a:t>
            </a:r>
            <a:r>
              <a:rPr dirty="0" sz="2650" spc="5" b="1">
                <a:latin typeface="Century Gothic"/>
                <a:cs typeface="Century Gothic"/>
              </a:rPr>
              <a:t> </a:t>
            </a:r>
            <a:r>
              <a:rPr dirty="0" sz="2650" spc="-55" b="1">
                <a:latin typeface="Century Gothic"/>
                <a:cs typeface="Century Gothic"/>
              </a:rPr>
              <a:t>name</a:t>
            </a:r>
            <a:r>
              <a:rPr dirty="0" sz="2650" b="1">
                <a:latin typeface="Century Gothic"/>
                <a:cs typeface="Century Gothic"/>
              </a:rPr>
              <a:t> </a:t>
            </a:r>
            <a:r>
              <a:rPr dirty="0" sz="2650" spc="100" b="1">
                <a:latin typeface="Century Gothic"/>
                <a:cs typeface="Century Gothic"/>
              </a:rPr>
              <a:t>or</a:t>
            </a:r>
            <a:r>
              <a:rPr dirty="0" sz="2650" b="1">
                <a:latin typeface="Century Gothic"/>
                <a:cs typeface="Century Gothic"/>
              </a:rPr>
              <a:t> members’</a:t>
            </a:r>
            <a:r>
              <a:rPr dirty="0" sz="2650" spc="10" b="1">
                <a:latin typeface="Century Gothic"/>
                <a:cs typeface="Century Gothic"/>
              </a:rPr>
              <a:t> </a:t>
            </a:r>
            <a:r>
              <a:rPr dirty="0" sz="2650" spc="-10" b="1">
                <a:latin typeface="Century Gothic"/>
                <a:cs typeface="Century Gothic"/>
              </a:rPr>
              <a:t>names </a:t>
            </a:r>
            <a:r>
              <a:rPr dirty="0" sz="2650" b="1">
                <a:latin typeface="Century Gothic"/>
                <a:cs typeface="Century Gothic"/>
              </a:rPr>
              <a:t>anywhere</a:t>
            </a:r>
            <a:r>
              <a:rPr dirty="0" sz="2650" spc="-3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in</a:t>
            </a:r>
            <a:r>
              <a:rPr dirty="0" sz="2650" spc="-30" b="1">
                <a:latin typeface="Century Gothic"/>
                <a:cs typeface="Century Gothic"/>
              </a:rPr>
              <a:t> </a:t>
            </a:r>
            <a:r>
              <a:rPr dirty="0" sz="2650" spc="65" b="1">
                <a:latin typeface="Century Gothic"/>
                <a:cs typeface="Century Gothic"/>
              </a:rPr>
              <a:t>the</a:t>
            </a:r>
            <a:r>
              <a:rPr dirty="0" sz="2650" spc="-30" b="1">
                <a:latin typeface="Century Gothic"/>
                <a:cs typeface="Century Gothic"/>
              </a:rPr>
              <a:t> </a:t>
            </a:r>
            <a:r>
              <a:rPr dirty="0" sz="2650" spc="220" b="1">
                <a:latin typeface="Century Gothic"/>
                <a:cs typeface="Century Gothic"/>
              </a:rPr>
              <a:t>PPT.</a:t>
            </a:r>
            <a:endParaRPr sz="2650">
              <a:latin typeface="Century Gothic"/>
              <a:cs typeface="Century Gothic"/>
            </a:endParaRPr>
          </a:p>
          <a:p>
            <a:pPr marL="12700" marR="851535">
              <a:lnSpc>
                <a:spcPct val="101400"/>
              </a:lnSpc>
              <a:spcBef>
                <a:spcPts val="3225"/>
              </a:spcBef>
            </a:pPr>
            <a:r>
              <a:rPr dirty="0" sz="2650" b="1">
                <a:latin typeface="Century Gothic"/>
                <a:cs typeface="Century Gothic"/>
              </a:rPr>
              <a:t>Keep</a:t>
            </a:r>
            <a:r>
              <a:rPr dirty="0" sz="2650" spc="-70" b="1">
                <a:latin typeface="Century Gothic"/>
                <a:cs typeface="Century Gothic"/>
              </a:rPr>
              <a:t> </a:t>
            </a:r>
            <a:r>
              <a:rPr dirty="0" sz="2650" spc="65" b="1">
                <a:latin typeface="Century Gothic"/>
                <a:cs typeface="Century Gothic"/>
              </a:rPr>
              <a:t>the</a:t>
            </a:r>
            <a:r>
              <a:rPr dirty="0" sz="2650" spc="-6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event</a:t>
            </a:r>
            <a:r>
              <a:rPr dirty="0" sz="2650" spc="-65" b="1">
                <a:latin typeface="Century Gothic"/>
                <a:cs typeface="Century Gothic"/>
              </a:rPr>
              <a:t> </a:t>
            </a:r>
            <a:r>
              <a:rPr dirty="0" sz="2650" spc="-10" b="1">
                <a:latin typeface="Century Gothic"/>
                <a:cs typeface="Century Gothic"/>
              </a:rPr>
              <a:t>header,</a:t>
            </a:r>
            <a:r>
              <a:rPr dirty="0" sz="2650" spc="-6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college</a:t>
            </a:r>
            <a:r>
              <a:rPr dirty="0" sz="2650" spc="-65" b="1">
                <a:latin typeface="Century Gothic"/>
                <a:cs typeface="Century Gothic"/>
              </a:rPr>
              <a:t> </a:t>
            </a:r>
            <a:r>
              <a:rPr dirty="0" sz="2650" spc="-10" b="1">
                <a:latin typeface="Century Gothic"/>
                <a:cs typeface="Century Gothic"/>
              </a:rPr>
              <a:t>header,</a:t>
            </a:r>
            <a:r>
              <a:rPr dirty="0" sz="2650" spc="-65" b="1">
                <a:latin typeface="Century Gothic"/>
                <a:cs typeface="Century Gothic"/>
              </a:rPr>
              <a:t> </a:t>
            </a:r>
            <a:r>
              <a:rPr dirty="0" sz="2650" spc="-55" b="1">
                <a:latin typeface="Century Gothic"/>
                <a:cs typeface="Century Gothic"/>
              </a:rPr>
              <a:t>and</a:t>
            </a:r>
            <a:r>
              <a:rPr dirty="0" sz="2650" spc="-6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logo</a:t>
            </a:r>
            <a:r>
              <a:rPr dirty="0" sz="2650" spc="-6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exactly</a:t>
            </a:r>
            <a:r>
              <a:rPr dirty="0" sz="2650" spc="-65" b="1">
                <a:latin typeface="Century Gothic"/>
                <a:cs typeface="Century Gothic"/>
              </a:rPr>
              <a:t> </a:t>
            </a:r>
            <a:r>
              <a:rPr dirty="0" sz="2650" spc="70" b="1">
                <a:latin typeface="Century Gothic"/>
                <a:cs typeface="Century Gothic"/>
              </a:rPr>
              <a:t>as</a:t>
            </a:r>
            <a:r>
              <a:rPr dirty="0" sz="2650" spc="-65" b="1">
                <a:latin typeface="Century Gothic"/>
                <a:cs typeface="Century Gothic"/>
              </a:rPr>
              <a:t> </a:t>
            </a:r>
            <a:r>
              <a:rPr dirty="0" sz="2650" spc="-10" b="1">
                <a:latin typeface="Century Gothic"/>
                <a:cs typeface="Century Gothic"/>
              </a:rPr>
              <a:t>provided.</a:t>
            </a:r>
            <a:r>
              <a:rPr dirty="0" sz="2650" spc="-6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You</a:t>
            </a:r>
            <a:r>
              <a:rPr dirty="0" sz="2650" spc="-65" b="1">
                <a:latin typeface="Century Gothic"/>
                <a:cs typeface="Century Gothic"/>
              </a:rPr>
              <a:t> </a:t>
            </a:r>
            <a:r>
              <a:rPr dirty="0" sz="2650" spc="-105" b="1">
                <a:latin typeface="Century Gothic"/>
                <a:cs typeface="Century Gothic"/>
              </a:rPr>
              <a:t>may</a:t>
            </a:r>
            <a:r>
              <a:rPr dirty="0" sz="2650" spc="-65" b="1">
                <a:latin typeface="Century Gothic"/>
                <a:cs typeface="Century Gothic"/>
              </a:rPr>
              <a:t> </a:t>
            </a:r>
            <a:r>
              <a:rPr dirty="0" sz="2650" spc="-35" b="1">
                <a:latin typeface="Century Gothic"/>
                <a:cs typeface="Century Gothic"/>
              </a:rPr>
              <a:t>change</a:t>
            </a:r>
            <a:r>
              <a:rPr dirty="0" sz="2650" spc="-65" b="1">
                <a:latin typeface="Century Gothic"/>
                <a:cs typeface="Century Gothic"/>
              </a:rPr>
              <a:t> </a:t>
            </a:r>
            <a:r>
              <a:rPr dirty="0" sz="2650" spc="40" b="1">
                <a:latin typeface="Century Gothic"/>
                <a:cs typeface="Century Gothic"/>
              </a:rPr>
              <a:t>the </a:t>
            </a:r>
            <a:r>
              <a:rPr dirty="0" sz="2650" spc="85" b="1">
                <a:latin typeface="Century Gothic"/>
                <a:cs typeface="Century Gothic"/>
              </a:rPr>
              <a:t>colours</a:t>
            </a:r>
            <a:r>
              <a:rPr dirty="0" sz="2650" spc="-30" b="1">
                <a:latin typeface="Century Gothic"/>
                <a:cs typeface="Century Gothic"/>
              </a:rPr>
              <a:t> </a:t>
            </a:r>
            <a:r>
              <a:rPr dirty="0" sz="2650" spc="-55" b="1">
                <a:latin typeface="Century Gothic"/>
                <a:cs typeface="Century Gothic"/>
              </a:rPr>
              <a:t>and</a:t>
            </a:r>
            <a:r>
              <a:rPr dirty="0" sz="2650" spc="-2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overall</a:t>
            </a:r>
            <a:r>
              <a:rPr dirty="0" sz="2650" spc="-30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theme</a:t>
            </a:r>
            <a:r>
              <a:rPr dirty="0" sz="2650" spc="-25" b="1">
                <a:latin typeface="Century Gothic"/>
                <a:cs typeface="Century Gothic"/>
              </a:rPr>
              <a:t> </a:t>
            </a:r>
            <a:r>
              <a:rPr dirty="0" sz="2650" spc="110" b="1">
                <a:latin typeface="Century Gothic"/>
                <a:cs typeface="Century Gothic"/>
              </a:rPr>
              <a:t>of</a:t>
            </a:r>
            <a:r>
              <a:rPr dirty="0" sz="2650" spc="-25" b="1">
                <a:latin typeface="Century Gothic"/>
                <a:cs typeface="Century Gothic"/>
              </a:rPr>
              <a:t> </a:t>
            </a:r>
            <a:r>
              <a:rPr dirty="0" sz="2650" spc="65" b="1">
                <a:latin typeface="Century Gothic"/>
                <a:cs typeface="Century Gothic"/>
              </a:rPr>
              <a:t>the</a:t>
            </a:r>
            <a:r>
              <a:rPr dirty="0" sz="2650" spc="-30" b="1">
                <a:latin typeface="Century Gothic"/>
                <a:cs typeface="Century Gothic"/>
              </a:rPr>
              <a:t> </a:t>
            </a:r>
            <a:r>
              <a:rPr dirty="0" sz="2650" spc="100" b="1">
                <a:latin typeface="Century Gothic"/>
                <a:cs typeface="Century Gothic"/>
              </a:rPr>
              <a:t>slides.</a:t>
            </a:r>
            <a:r>
              <a:rPr dirty="0" sz="2650" spc="-25" b="1">
                <a:latin typeface="Century Gothic"/>
                <a:cs typeface="Century Gothic"/>
              </a:rPr>
              <a:t> </a:t>
            </a:r>
            <a:r>
              <a:rPr dirty="0" sz="2650" spc="120" b="1">
                <a:latin typeface="Century Gothic"/>
                <a:cs typeface="Century Gothic"/>
              </a:rPr>
              <a:t>Ensure</a:t>
            </a:r>
            <a:r>
              <a:rPr dirty="0" sz="2650" spc="-30" b="1">
                <a:latin typeface="Century Gothic"/>
                <a:cs typeface="Century Gothic"/>
              </a:rPr>
              <a:t> </a:t>
            </a:r>
            <a:r>
              <a:rPr dirty="0" sz="2650" spc="100" b="1">
                <a:latin typeface="Century Gothic"/>
                <a:cs typeface="Century Gothic"/>
              </a:rPr>
              <a:t>to</a:t>
            </a:r>
            <a:r>
              <a:rPr dirty="0" sz="2650" spc="-25" b="1">
                <a:latin typeface="Century Gothic"/>
                <a:cs typeface="Century Gothic"/>
              </a:rPr>
              <a:t> </a:t>
            </a:r>
            <a:r>
              <a:rPr dirty="0" sz="2650" spc="-10" b="1">
                <a:latin typeface="Century Gothic"/>
                <a:cs typeface="Century Gothic"/>
              </a:rPr>
              <a:t>keep</a:t>
            </a:r>
            <a:r>
              <a:rPr dirty="0" sz="2650" spc="-25" b="1">
                <a:latin typeface="Century Gothic"/>
                <a:cs typeface="Century Gothic"/>
              </a:rPr>
              <a:t> </a:t>
            </a:r>
            <a:r>
              <a:rPr dirty="0" sz="2650" spc="65" b="1">
                <a:latin typeface="Century Gothic"/>
                <a:cs typeface="Century Gothic"/>
              </a:rPr>
              <a:t>the</a:t>
            </a:r>
            <a:r>
              <a:rPr dirty="0" sz="2650" spc="-30" b="1">
                <a:latin typeface="Century Gothic"/>
                <a:cs typeface="Century Gothic"/>
              </a:rPr>
              <a:t> </a:t>
            </a:r>
            <a:r>
              <a:rPr dirty="0" sz="2650" spc="85" b="1">
                <a:latin typeface="Century Gothic"/>
                <a:cs typeface="Century Gothic"/>
              </a:rPr>
              <a:t>slide</a:t>
            </a:r>
            <a:r>
              <a:rPr dirty="0" sz="2650" spc="-25" b="1">
                <a:latin typeface="Century Gothic"/>
                <a:cs typeface="Century Gothic"/>
              </a:rPr>
              <a:t> </a:t>
            </a:r>
            <a:r>
              <a:rPr dirty="0" sz="2650" spc="105" b="1">
                <a:latin typeface="Century Gothic"/>
                <a:cs typeface="Century Gothic"/>
              </a:rPr>
              <a:t>title</a:t>
            </a:r>
            <a:r>
              <a:rPr dirty="0" sz="2650" spc="-30" b="1">
                <a:latin typeface="Century Gothic"/>
                <a:cs typeface="Century Gothic"/>
              </a:rPr>
              <a:t> </a:t>
            </a:r>
            <a:r>
              <a:rPr dirty="0" sz="2650" spc="70" b="1">
                <a:latin typeface="Century Gothic"/>
                <a:cs typeface="Century Gothic"/>
              </a:rPr>
              <a:t>as</a:t>
            </a:r>
            <a:r>
              <a:rPr dirty="0" sz="2650" spc="-25" b="1">
                <a:latin typeface="Century Gothic"/>
                <a:cs typeface="Century Gothic"/>
              </a:rPr>
              <a:t> </a:t>
            </a:r>
            <a:r>
              <a:rPr dirty="0" sz="2650" spc="120" b="1">
                <a:latin typeface="Century Gothic"/>
                <a:cs typeface="Century Gothic"/>
              </a:rPr>
              <a:t>it</a:t>
            </a:r>
            <a:r>
              <a:rPr dirty="0" sz="2650" spc="-25" b="1">
                <a:latin typeface="Century Gothic"/>
                <a:cs typeface="Century Gothic"/>
              </a:rPr>
              <a:t> </a:t>
            </a:r>
            <a:r>
              <a:rPr dirty="0" sz="2650" spc="75" b="1">
                <a:latin typeface="Century Gothic"/>
                <a:cs typeface="Century Gothic"/>
              </a:rPr>
              <a:t>is.</a:t>
            </a:r>
            <a:endParaRPr sz="26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2650" spc="110" b="1">
                <a:latin typeface="Century Gothic"/>
                <a:cs typeface="Century Gothic"/>
              </a:rPr>
              <a:t>Follow</a:t>
            </a:r>
            <a:r>
              <a:rPr dirty="0" sz="2650" spc="-5" b="1">
                <a:latin typeface="Century Gothic"/>
                <a:cs typeface="Century Gothic"/>
              </a:rPr>
              <a:t> </a:t>
            </a:r>
            <a:r>
              <a:rPr dirty="0" sz="2650" spc="65" b="1">
                <a:latin typeface="Century Gothic"/>
                <a:cs typeface="Century Gothic"/>
              </a:rPr>
              <a:t>the</a:t>
            </a:r>
            <a:r>
              <a:rPr dirty="0" sz="2650" spc="-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given </a:t>
            </a:r>
            <a:r>
              <a:rPr dirty="0" sz="2650" spc="85" b="1">
                <a:latin typeface="Century Gothic"/>
                <a:cs typeface="Century Gothic"/>
              </a:rPr>
              <a:t>slide</a:t>
            </a:r>
            <a:r>
              <a:rPr dirty="0" sz="2650" spc="-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order </a:t>
            </a:r>
            <a:r>
              <a:rPr dirty="0" sz="2650" spc="-55" b="1">
                <a:latin typeface="Century Gothic"/>
                <a:cs typeface="Century Gothic"/>
              </a:rPr>
              <a:t>and</a:t>
            </a:r>
            <a:r>
              <a:rPr dirty="0" sz="2650" b="1">
                <a:latin typeface="Century Gothic"/>
                <a:cs typeface="Century Gothic"/>
              </a:rPr>
              <a:t> </a:t>
            </a:r>
            <a:r>
              <a:rPr dirty="0" sz="2650" spc="-85" b="1">
                <a:latin typeface="Century Gothic"/>
                <a:cs typeface="Century Gothic"/>
              </a:rPr>
              <a:t>make</a:t>
            </a:r>
            <a:r>
              <a:rPr dirty="0" sz="2650" spc="-10" b="1">
                <a:latin typeface="Century Gothic"/>
                <a:cs typeface="Century Gothic"/>
              </a:rPr>
              <a:t> </a:t>
            </a:r>
            <a:r>
              <a:rPr dirty="0" sz="2650" spc="120" b="1">
                <a:latin typeface="Century Gothic"/>
                <a:cs typeface="Century Gothic"/>
              </a:rPr>
              <a:t>sure</a:t>
            </a:r>
            <a:r>
              <a:rPr dirty="0" sz="2650" b="1">
                <a:latin typeface="Century Gothic"/>
                <a:cs typeface="Century Gothic"/>
              </a:rPr>
              <a:t> every</a:t>
            </a:r>
            <a:r>
              <a:rPr dirty="0" sz="2650" spc="-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required point</a:t>
            </a:r>
            <a:r>
              <a:rPr dirty="0" sz="2650" spc="-5" b="1">
                <a:latin typeface="Century Gothic"/>
                <a:cs typeface="Century Gothic"/>
              </a:rPr>
              <a:t> </a:t>
            </a:r>
            <a:r>
              <a:rPr dirty="0" sz="2650" spc="195" b="1">
                <a:latin typeface="Century Gothic"/>
                <a:cs typeface="Century Gothic"/>
              </a:rPr>
              <a:t>is</a:t>
            </a:r>
            <a:r>
              <a:rPr dirty="0" sz="2650" b="1">
                <a:latin typeface="Century Gothic"/>
                <a:cs typeface="Century Gothic"/>
              </a:rPr>
              <a:t> </a:t>
            </a:r>
            <a:r>
              <a:rPr dirty="0" sz="2650" spc="-10" b="1">
                <a:latin typeface="Century Gothic"/>
                <a:cs typeface="Century Gothic"/>
              </a:rPr>
              <a:t>covered.</a:t>
            </a:r>
            <a:endParaRPr sz="2650">
              <a:latin typeface="Century Gothic"/>
              <a:cs typeface="Century Gothic"/>
            </a:endParaRPr>
          </a:p>
          <a:p>
            <a:pPr marL="12700" marR="1194435">
              <a:lnSpc>
                <a:spcPct val="101400"/>
              </a:lnSpc>
              <a:spcBef>
                <a:spcPts val="3225"/>
              </a:spcBef>
            </a:pPr>
            <a:r>
              <a:rPr dirty="0" sz="2650" spc="195" b="1">
                <a:latin typeface="Century Gothic"/>
                <a:cs typeface="Century Gothic"/>
              </a:rPr>
              <a:t>Use</a:t>
            </a:r>
            <a:r>
              <a:rPr dirty="0" sz="2650" spc="-10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concise</a:t>
            </a:r>
            <a:r>
              <a:rPr dirty="0" sz="2650" spc="-5" b="1">
                <a:latin typeface="Century Gothic"/>
                <a:cs typeface="Century Gothic"/>
              </a:rPr>
              <a:t> </a:t>
            </a:r>
            <a:r>
              <a:rPr dirty="0" sz="2650" spc="70" b="1">
                <a:latin typeface="Century Gothic"/>
                <a:cs typeface="Century Gothic"/>
              </a:rPr>
              <a:t>points,</a:t>
            </a:r>
            <a:r>
              <a:rPr dirty="0" sz="2650" spc="-5" b="1">
                <a:latin typeface="Century Gothic"/>
                <a:cs typeface="Century Gothic"/>
              </a:rPr>
              <a:t> </a:t>
            </a:r>
            <a:r>
              <a:rPr dirty="0" sz="2650" spc="85" b="1">
                <a:latin typeface="Century Gothic"/>
                <a:cs typeface="Century Gothic"/>
              </a:rPr>
              <a:t>flowcharts,</a:t>
            </a:r>
            <a:r>
              <a:rPr dirty="0" sz="2650" spc="-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diagrams,</a:t>
            </a:r>
            <a:r>
              <a:rPr dirty="0" sz="2650" spc="-5" b="1">
                <a:latin typeface="Century Gothic"/>
                <a:cs typeface="Century Gothic"/>
              </a:rPr>
              <a:t> </a:t>
            </a:r>
            <a:r>
              <a:rPr dirty="0" sz="2650" spc="-55" b="1">
                <a:latin typeface="Century Gothic"/>
                <a:cs typeface="Century Gothic"/>
              </a:rPr>
              <a:t>and</a:t>
            </a:r>
            <a:r>
              <a:rPr dirty="0" sz="2650" spc="-10" b="1">
                <a:latin typeface="Century Gothic"/>
                <a:cs typeface="Century Gothic"/>
              </a:rPr>
              <a:t> </a:t>
            </a:r>
            <a:r>
              <a:rPr dirty="0" sz="2650" spc="95" b="1">
                <a:latin typeface="Century Gothic"/>
                <a:cs typeface="Century Gothic"/>
              </a:rPr>
              <a:t>visuals</a:t>
            </a:r>
            <a:r>
              <a:rPr dirty="0" sz="2650" spc="-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wherever</a:t>
            </a:r>
            <a:r>
              <a:rPr dirty="0" sz="2650" spc="-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appropriate.</a:t>
            </a:r>
            <a:r>
              <a:rPr dirty="0" sz="2650" spc="-5" b="1">
                <a:latin typeface="Century Gothic"/>
                <a:cs typeface="Century Gothic"/>
              </a:rPr>
              <a:t> </a:t>
            </a:r>
            <a:r>
              <a:rPr dirty="0" sz="2650" spc="-50" b="1">
                <a:latin typeface="Century Gothic"/>
                <a:cs typeface="Century Gothic"/>
              </a:rPr>
              <a:t>Avoid</a:t>
            </a:r>
            <a:r>
              <a:rPr dirty="0" sz="2650" spc="-5" b="1">
                <a:latin typeface="Century Gothic"/>
                <a:cs typeface="Century Gothic"/>
              </a:rPr>
              <a:t> </a:t>
            </a:r>
            <a:r>
              <a:rPr dirty="0" sz="2650" spc="-10" b="1">
                <a:latin typeface="Century Gothic"/>
                <a:cs typeface="Century Gothic"/>
              </a:rPr>
              <a:t>large </a:t>
            </a:r>
            <a:r>
              <a:rPr dirty="0" sz="2650" b="1">
                <a:latin typeface="Century Gothic"/>
                <a:cs typeface="Century Gothic"/>
              </a:rPr>
              <a:t>paragraphs</a:t>
            </a:r>
            <a:r>
              <a:rPr dirty="0" sz="2650" spc="-25" b="1">
                <a:latin typeface="Century Gothic"/>
                <a:cs typeface="Century Gothic"/>
              </a:rPr>
              <a:t> </a:t>
            </a:r>
            <a:r>
              <a:rPr dirty="0" sz="2650" spc="-55" b="1">
                <a:latin typeface="Century Gothic"/>
                <a:cs typeface="Century Gothic"/>
              </a:rPr>
              <a:t>and</a:t>
            </a:r>
            <a:r>
              <a:rPr dirty="0" sz="2650" spc="-20" b="1">
                <a:latin typeface="Century Gothic"/>
                <a:cs typeface="Century Gothic"/>
              </a:rPr>
              <a:t> </a:t>
            </a:r>
            <a:r>
              <a:rPr dirty="0" sz="2650" spc="-10" b="1">
                <a:latin typeface="Century Gothic"/>
                <a:cs typeface="Century Gothic"/>
              </a:rPr>
              <a:t>keep</a:t>
            </a:r>
            <a:r>
              <a:rPr dirty="0" sz="2650" spc="-20" b="1">
                <a:latin typeface="Century Gothic"/>
                <a:cs typeface="Century Gothic"/>
              </a:rPr>
              <a:t> </a:t>
            </a:r>
            <a:r>
              <a:rPr dirty="0" sz="2650" spc="65" b="1">
                <a:latin typeface="Century Gothic"/>
                <a:cs typeface="Century Gothic"/>
              </a:rPr>
              <a:t>the</a:t>
            </a:r>
            <a:r>
              <a:rPr dirty="0" sz="2650" spc="-20" b="1">
                <a:latin typeface="Century Gothic"/>
                <a:cs typeface="Century Gothic"/>
              </a:rPr>
              <a:t> </a:t>
            </a:r>
            <a:r>
              <a:rPr dirty="0" sz="2650" spc="55" b="1">
                <a:latin typeface="Century Gothic"/>
                <a:cs typeface="Century Gothic"/>
              </a:rPr>
              <a:t>presentation</a:t>
            </a:r>
            <a:r>
              <a:rPr dirty="0" sz="2650" spc="-20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easy</a:t>
            </a:r>
            <a:r>
              <a:rPr dirty="0" sz="2650" spc="-20" b="1">
                <a:latin typeface="Century Gothic"/>
                <a:cs typeface="Century Gothic"/>
              </a:rPr>
              <a:t> </a:t>
            </a:r>
            <a:r>
              <a:rPr dirty="0" sz="2650" spc="100" b="1">
                <a:latin typeface="Century Gothic"/>
                <a:cs typeface="Century Gothic"/>
              </a:rPr>
              <a:t>to</a:t>
            </a:r>
            <a:r>
              <a:rPr dirty="0" sz="2650" spc="-20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understand</a:t>
            </a:r>
            <a:r>
              <a:rPr dirty="0" sz="2650" spc="-25" b="1">
                <a:latin typeface="Century Gothic"/>
                <a:cs typeface="Century Gothic"/>
              </a:rPr>
              <a:t> </a:t>
            </a:r>
            <a:r>
              <a:rPr dirty="0" sz="2650" b="1">
                <a:latin typeface="Century Gothic"/>
                <a:cs typeface="Century Gothic"/>
              </a:rPr>
              <a:t>at</a:t>
            </a:r>
            <a:r>
              <a:rPr dirty="0" sz="2650" spc="-20" b="1">
                <a:latin typeface="Century Gothic"/>
                <a:cs typeface="Century Gothic"/>
              </a:rPr>
              <a:t> </a:t>
            </a:r>
            <a:r>
              <a:rPr dirty="0" sz="2650" spc="-200" b="1">
                <a:latin typeface="Century Gothic"/>
                <a:cs typeface="Century Gothic"/>
              </a:rPr>
              <a:t>a</a:t>
            </a:r>
            <a:r>
              <a:rPr dirty="0" sz="2650" spc="-20" b="1">
                <a:latin typeface="Century Gothic"/>
                <a:cs typeface="Century Gothic"/>
              </a:rPr>
              <a:t> </a:t>
            </a:r>
            <a:r>
              <a:rPr dirty="0" sz="2650" spc="-10" b="1">
                <a:latin typeface="Century Gothic"/>
                <a:cs typeface="Century Gothic"/>
              </a:rPr>
              <a:t>glance.</a:t>
            </a:r>
            <a:endParaRPr sz="265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9918445"/>
            <a:ext cx="18288000" cy="368935"/>
          </a:xfrm>
          <a:custGeom>
            <a:avLst/>
            <a:gdLst/>
            <a:ahLst/>
            <a:cxnLst/>
            <a:rect l="l" t="t" r="r" b="b"/>
            <a:pathLst>
              <a:path w="18288000" h="368934">
                <a:moveTo>
                  <a:pt x="18287998" y="368553"/>
                </a:moveTo>
                <a:lnTo>
                  <a:pt x="0" y="368553"/>
                </a:lnTo>
                <a:lnTo>
                  <a:pt x="0" y="50911"/>
                </a:lnTo>
                <a:lnTo>
                  <a:pt x="52282" y="39806"/>
                </a:lnTo>
                <a:lnTo>
                  <a:pt x="102236" y="30487"/>
                </a:lnTo>
                <a:lnTo>
                  <a:pt x="152426" y="22413"/>
                </a:lnTo>
                <a:lnTo>
                  <a:pt x="202789" y="15577"/>
                </a:lnTo>
                <a:lnTo>
                  <a:pt x="253286" y="9951"/>
                </a:lnTo>
                <a:lnTo>
                  <a:pt x="303929" y="5608"/>
                </a:lnTo>
                <a:lnTo>
                  <a:pt x="354640" y="2510"/>
                </a:lnTo>
                <a:lnTo>
                  <a:pt x="405434" y="633"/>
                </a:lnTo>
                <a:lnTo>
                  <a:pt x="456262" y="0"/>
                </a:lnTo>
                <a:lnTo>
                  <a:pt x="17831709" y="0"/>
                </a:lnTo>
                <a:lnTo>
                  <a:pt x="17882537" y="633"/>
                </a:lnTo>
                <a:lnTo>
                  <a:pt x="17933332" y="2510"/>
                </a:lnTo>
                <a:lnTo>
                  <a:pt x="17984042" y="5608"/>
                </a:lnTo>
                <a:lnTo>
                  <a:pt x="18034685" y="9951"/>
                </a:lnTo>
                <a:lnTo>
                  <a:pt x="18085183" y="15577"/>
                </a:lnTo>
                <a:lnTo>
                  <a:pt x="18135546" y="22413"/>
                </a:lnTo>
                <a:lnTo>
                  <a:pt x="18185718" y="30487"/>
                </a:lnTo>
                <a:lnTo>
                  <a:pt x="18235689" y="39806"/>
                </a:lnTo>
                <a:lnTo>
                  <a:pt x="18285402" y="50318"/>
                </a:lnTo>
                <a:lnTo>
                  <a:pt x="18287998" y="368553"/>
                </a:lnTo>
                <a:close/>
              </a:path>
            </a:pathLst>
          </a:custGeom>
          <a:solidFill>
            <a:srgbClr val="0096B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0040" y="201168"/>
            <a:ext cx="10439400" cy="109423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51975" y="191726"/>
            <a:ext cx="10351135" cy="1076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85">
                <a:solidFill>
                  <a:srgbClr val="CC0000"/>
                </a:solidFill>
              </a:rPr>
              <a:t>RULES</a:t>
            </a:r>
            <a:r>
              <a:rPr dirty="0" spc="-1070">
                <a:solidFill>
                  <a:srgbClr val="CC0000"/>
                </a:solidFill>
              </a:rPr>
              <a:t> </a:t>
            </a:r>
            <a:r>
              <a:rPr dirty="0" spc="-505">
                <a:solidFill>
                  <a:srgbClr val="CC0000"/>
                </a:solidFill>
              </a:rPr>
              <a:t>A</a:t>
            </a:r>
            <a:r>
              <a:rPr dirty="0" spc="-475">
                <a:solidFill>
                  <a:srgbClr val="CC0000"/>
                </a:solidFill>
              </a:rPr>
              <a:t>N</a:t>
            </a:r>
            <a:r>
              <a:rPr dirty="0" spc="20">
                <a:solidFill>
                  <a:srgbClr val="CC0000"/>
                </a:solidFill>
              </a:rPr>
              <a:t>D</a:t>
            </a:r>
            <a:r>
              <a:rPr dirty="0" spc="-1065">
                <a:solidFill>
                  <a:srgbClr val="CC0000"/>
                </a:solidFill>
              </a:rPr>
              <a:t> </a:t>
            </a:r>
            <a:r>
              <a:rPr dirty="0" spc="20">
                <a:solidFill>
                  <a:srgbClr val="CC0000"/>
                </a:solidFill>
              </a:rPr>
              <a:t>R</a:t>
            </a:r>
            <a:r>
              <a:rPr dirty="0" spc="-5">
                <a:solidFill>
                  <a:srgbClr val="CC0000"/>
                </a:solidFill>
              </a:rPr>
              <a:t>E</a:t>
            </a:r>
            <a:r>
              <a:rPr dirty="0" spc="-75">
                <a:solidFill>
                  <a:srgbClr val="CC0000"/>
                </a:solidFill>
              </a:rPr>
              <a:t>G</a:t>
            </a:r>
            <a:r>
              <a:rPr dirty="0" spc="10">
                <a:solidFill>
                  <a:srgbClr val="CC0000"/>
                </a:solidFill>
              </a:rPr>
              <a:t>U</a:t>
            </a:r>
            <a:r>
              <a:rPr dirty="0" spc="40">
                <a:solidFill>
                  <a:srgbClr val="CC0000"/>
                </a:solidFill>
              </a:rPr>
              <a:t>L</a:t>
            </a:r>
            <a:r>
              <a:rPr dirty="0" spc="-710">
                <a:solidFill>
                  <a:srgbClr val="CC0000"/>
                </a:solidFill>
              </a:rPr>
              <a:t>A</a:t>
            </a:r>
            <a:r>
              <a:rPr dirty="0" spc="105">
                <a:solidFill>
                  <a:srgbClr val="CC0000"/>
                </a:solidFill>
              </a:rPr>
              <a:t>T</a:t>
            </a:r>
            <a:r>
              <a:rPr dirty="0" spc="-55">
                <a:solidFill>
                  <a:srgbClr val="CC0000"/>
                </a:solidFill>
              </a:rPr>
              <a:t>I</a:t>
            </a:r>
            <a:r>
              <a:rPr dirty="0" spc="-75">
                <a:solidFill>
                  <a:srgbClr val="CC0000"/>
                </a:solidFill>
              </a:rPr>
              <a:t>O</a:t>
            </a:r>
            <a:r>
              <a:rPr dirty="0" spc="-50">
                <a:solidFill>
                  <a:srgbClr val="CC0000"/>
                </a:solidFill>
              </a:rPr>
              <a:t>N</a:t>
            </a:r>
            <a:r>
              <a:rPr dirty="0" spc="445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2" name="object 2"/>
          <p:cNvSpPr/>
          <p:nvPr/>
        </p:nvSpPr>
        <p:spPr>
          <a:xfrm>
            <a:off x="603934" y="2592612"/>
            <a:ext cx="17219295" cy="7096125"/>
          </a:xfrm>
          <a:custGeom>
            <a:avLst/>
            <a:gdLst/>
            <a:ahLst/>
            <a:cxnLst/>
            <a:rect l="l" t="t" r="r" b="b"/>
            <a:pathLst>
              <a:path w="17219295" h="7096125">
                <a:moveTo>
                  <a:pt x="15994812" y="7095516"/>
                </a:moveTo>
                <a:lnTo>
                  <a:pt x="1193981" y="7095144"/>
                </a:lnTo>
                <a:lnTo>
                  <a:pt x="1133962" y="7092189"/>
                </a:lnTo>
                <a:lnTo>
                  <a:pt x="1074180" y="7086320"/>
                </a:lnTo>
                <a:lnTo>
                  <a:pt x="1014744" y="7077495"/>
                </a:lnTo>
                <a:lnTo>
                  <a:pt x="955828" y="7065765"/>
                </a:lnTo>
                <a:lnTo>
                  <a:pt x="897557" y="7051182"/>
                </a:lnTo>
                <a:lnTo>
                  <a:pt x="840063" y="7033748"/>
                </a:lnTo>
                <a:lnTo>
                  <a:pt x="783483" y="7013489"/>
                </a:lnTo>
                <a:lnTo>
                  <a:pt x="727988" y="6990513"/>
                </a:lnTo>
                <a:lnTo>
                  <a:pt x="673681" y="6964815"/>
                </a:lnTo>
                <a:lnTo>
                  <a:pt x="620689" y="6936511"/>
                </a:lnTo>
                <a:lnTo>
                  <a:pt x="569162" y="6905616"/>
                </a:lnTo>
                <a:lnTo>
                  <a:pt x="519214" y="6872237"/>
                </a:lnTo>
                <a:lnTo>
                  <a:pt x="470970" y="6836454"/>
                </a:lnTo>
                <a:lnTo>
                  <a:pt x="424511" y="6798344"/>
                </a:lnTo>
                <a:lnTo>
                  <a:pt x="380011" y="6757992"/>
                </a:lnTo>
                <a:lnTo>
                  <a:pt x="337524" y="6715505"/>
                </a:lnTo>
                <a:lnTo>
                  <a:pt x="297172" y="6670992"/>
                </a:lnTo>
                <a:lnTo>
                  <a:pt x="259062" y="6624546"/>
                </a:lnTo>
                <a:lnTo>
                  <a:pt x="223279" y="6576302"/>
                </a:lnTo>
                <a:lnTo>
                  <a:pt x="189900" y="6526354"/>
                </a:lnTo>
                <a:lnTo>
                  <a:pt x="159005" y="6474827"/>
                </a:lnTo>
                <a:lnTo>
                  <a:pt x="130701" y="6421835"/>
                </a:lnTo>
                <a:lnTo>
                  <a:pt x="105003" y="6367528"/>
                </a:lnTo>
                <a:lnTo>
                  <a:pt x="82027" y="6312033"/>
                </a:lnTo>
                <a:lnTo>
                  <a:pt x="61768" y="6255453"/>
                </a:lnTo>
                <a:lnTo>
                  <a:pt x="44333" y="6197958"/>
                </a:lnTo>
                <a:lnTo>
                  <a:pt x="29751" y="6139688"/>
                </a:lnTo>
                <a:lnTo>
                  <a:pt x="18021" y="6080772"/>
                </a:lnTo>
                <a:lnTo>
                  <a:pt x="9196" y="6021336"/>
                </a:lnTo>
                <a:lnTo>
                  <a:pt x="3327" y="5961554"/>
                </a:lnTo>
                <a:lnTo>
                  <a:pt x="372" y="5901535"/>
                </a:lnTo>
                <a:lnTo>
                  <a:pt x="0" y="5871509"/>
                </a:lnTo>
                <a:lnTo>
                  <a:pt x="372" y="1193981"/>
                </a:lnTo>
                <a:lnTo>
                  <a:pt x="3327" y="1133962"/>
                </a:lnTo>
                <a:lnTo>
                  <a:pt x="9196" y="1074180"/>
                </a:lnTo>
                <a:lnTo>
                  <a:pt x="18021" y="1014744"/>
                </a:lnTo>
                <a:lnTo>
                  <a:pt x="29751" y="955828"/>
                </a:lnTo>
                <a:lnTo>
                  <a:pt x="44333" y="897557"/>
                </a:lnTo>
                <a:lnTo>
                  <a:pt x="61768" y="840063"/>
                </a:lnTo>
                <a:lnTo>
                  <a:pt x="82027" y="783483"/>
                </a:lnTo>
                <a:lnTo>
                  <a:pt x="105003" y="727988"/>
                </a:lnTo>
                <a:lnTo>
                  <a:pt x="130701" y="673681"/>
                </a:lnTo>
                <a:lnTo>
                  <a:pt x="159005" y="620689"/>
                </a:lnTo>
                <a:lnTo>
                  <a:pt x="189900" y="569162"/>
                </a:lnTo>
                <a:lnTo>
                  <a:pt x="223279" y="519214"/>
                </a:lnTo>
                <a:lnTo>
                  <a:pt x="259062" y="470970"/>
                </a:lnTo>
                <a:lnTo>
                  <a:pt x="297172" y="424511"/>
                </a:lnTo>
                <a:lnTo>
                  <a:pt x="337524" y="380011"/>
                </a:lnTo>
                <a:lnTo>
                  <a:pt x="380011" y="337524"/>
                </a:lnTo>
                <a:lnTo>
                  <a:pt x="424511" y="297172"/>
                </a:lnTo>
                <a:lnTo>
                  <a:pt x="470970" y="259062"/>
                </a:lnTo>
                <a:lnTo>
                  <a:pt x="519214" y="223279"/>
                </a:lnTo>
                <a:lnTo>
                  <a:pt x="569162" y="189900"/>
                </a:lnTo>
                <a:lnTo>
                  <a:pt x="620689" y="159005"/>
                </a:lnTo>
                <a:lnTo>
                  <a:pt x="673681" y="130701"/>
                </a:lnTo>
                <a:lnTo>
                  <a:pt x="727988" y="105003"/>
                </a:lnTo>
                <a:lnTo>
                  <a:pt x="783483" y="82027"/>
                </a:lnTo>
                <a:lnTo>
                  <a:pt x="840063" y="61768"/>
                </a:lnTo>
                <a:lnTo>
                  <a:pt x="897557" y="44333"/>
                </a:lnTo>
                <a:lnTo>
                  <a:pt x="955828" y="29751"/>
                </a:lnTo>
                <a:lnTo>
                  <a:pt x="1014744" y="18021"/>
                </a:lnTo>
                <a:lnTo>
                  <a:pt x="1074180" y="9196"/>
                </a:lnTo>
                <a:lnTo>
                  <a:pt x="1133962" y="3313"/>
                </a:lnTo>
                <a:lnTo>
                  <a:pt x="1193981" y="372"/>
                </a:lnTo>
                <a:lnTo>
                  <a:pt x="1224006" y="0"/>
                </a:lnTo>
                <a:lnTo>
                  <a:pt x="16024837" y="372"/>
                </a:lnTo>
                <a:lnTo>
                  <a:pt x="16084857" y="3313"/>
                </a:lnTo>
                <a:lnTo>
                  <a:pt x="16144638" y="9196"/>
                </a:lnTo>
                <a:lnTo>
                  <a:pt x="16204075" y="18021"/>
                </a:lnTo>
                <a:lnTo>
                  <a:pt x="16262991" y="29751"/>
                </a:lnTo>
                <a:lnTo>
                  <a:pt x="16321261" y="44333"/>
                </a:lnTo>
                <a:lnTo>
                  <a:pt x="16378756" y="61768"/>
                </a:lnTo>
                <a:lnTo>
                  <a:pt x="16435331" y="82027"/>
                </a:lnTo>
                <a:lnTo>
                  <a:pt x="16490826" y="105003"/>
                </a:lnTo>
                <a:lnTo>
                  <a:pt x="16545133" y="130701"/>
                </a:lnTo>
                <a:lnTo>
                  <a:pt x="16598126" y="159005"/>
                </a:lnTo>
                <a:lnTo>
                  <a:pt x="16649656" y="189900"/>
                </a:lnTo>
                <a:lnTo>
                  <a:pt x="16699604" y="223279"/>
                </a:lnTo>
                <a:lnTo>
                  <a:pt x="16747849" y="259062"/>
                </a:lnTo>
                <a:lnTo>
                  <a:pt x="16794295" y="297172"/>
                </a:lnTo>
                <a:lnTo>
                  <a:pt x="16838808" y="337524"/>
                </a:lnTo>
                <a:lnTo>
                  <a:pt x="16881294" y="380011"/>
                </a:lnTo>
                <a:lnTo>
                  <a:pt x="16921647" y="424511"/>
                </a:lnTo>
                <a:lnTo>
                  <a:pt x="16959757" y="470970"/>
                </a:lnTo>
                <a:lnTo>
                  <a:pt x="16995535" y="519214"/>
                </a:lnTo>
                <a:lnTo>
                  <a:pt x="17028910" y="569162"/>
                </a:lnTo>
                <a:lnTo>
                  <a:pt x="17059810" y="620689"/>
                </a:lnTo>
                <a:lnTo>
                  <a:pt x="17088118" y="673681"/>
                </a:lnTo>
                <a:lnTo>
                  <a:pt x="17113816" y="727988"/>
                </a:lnTo>
                <a:lnTo>
                  <a:pt x="17136792" y="783483"/>
                </a:lnTo>
                <a:lnTo>
                  <a:pt x="17157051" y="840063"/>
                </a:lnTo>
                <a:lnTo>
                  <a:pt x="17174485" y="897557"/>
                </a:lnTo>
                <a:lnTo>
                  <a:pt x="17189067" y="955828"/>
                </a:lnTo>
                <a:lnTo>
                  <a:pt x="17200798" y="1014744"/>
                </a:lnTo>
                <a:lnTo>
                  <a:pt x="17209622" y="1074180"/>
                </a:lnTo>
                <a:lnTo>
                  <a:pt x="17215505" y="1133962"/>
                </a:lnTo>
                <a:lnTo>
                  <a:pt x="17218447" y="1193981"/>
                </a:lnTo>
                <a:lnTo>
                  <a:pt x="17218819" y="1224006"/>
                </a:lnTo>
                <a:lnTo>
                  <a:pt x="17218447" y="5901535"/>
                </a:lnTo>
                <a:lnTo>
                  <a:pt x="17215505" y="5961554"/>
                </a:lnTo>
                <a:lnTo>
                  <a:pt x="17209622" y="6021336"/>
                </a:lnTo>
                <a:lnTo>
                  <a:pt x="17200798" y="6080772"/>
                </a:lnTo>
                <a:lnTo>
                  <a:pt x="17189067" y="6139688"/>
                </a:lnTo>
                <a:lnTo>
                  <a:pt x="17174485" y="6197958"/>
                </a:lnTo>
                <a:lnTo>
                  <a:pt x="17157051" y="6255453"/>
                </a:lnTo>
                <a:lnTo>
                  <a:pt x="17136792" y="6312033"/>
                </a:lnTo>
                <a:lnTo>
                  <a:pt x="17113816" y="6367528"/>
                </a:lnTo>
                <a:lnTo>
                  <a:pt x="17088118" y="6421830"/>
                </a:lnTo>
                <a:lnTo>
                  <a:pt x="17059810" y="6474823"/>
                </a:lnTo>
                <a:lnTo>
                  <a:pt x="17028910" y="6526354"/>
                </a:lnTo>
                <a:lnTo>
                  <a:pt x="16995535" y="6576302"/>
                </a:lnTo>
                <a:lnTo>
                  <a:pt x="16959757" y="6624546"/>
                </a:lnTo>
                <a:lnTo>
                  <a:pt x="16921647" y="6670992"/>
                </a:lnTo>
                <a:lnTo>
                  <a:pt x="16881294" y="6715505"/>
                </a:lnTo>
                <a:lnTo>
                  <a:pt x="16838808" y="6757992"/>
                </a:lnTo>
                <a:lnTo>
                  <a:pt x="16794295" y="6798344"/>
                </a:lnTo>
                <a:lnTo>
                  <a:pt x="16747849" y="6836454"/>
                </a:lnTo>
                <a:lnTo>
                  <a:pt x="16699604" y="6872237"/>
                </a:lnTo>
                <a:lnTo>
                  <a:pt x="16649656" y="6905612"/>
                </a:lnTo>
                <a:lnTo>
                  <a:pt x="16598126" y="6936507"/>
                </a:lnTo>
                <a:lnTo>
                  <a:pt x="16545133" y="6964815"/>
                </a:lnTo>
                <a:lnTo>
                  <a:pt x="16490826" y="6990513"/>
                </a:lnTo>
                <a:lnTo>
                  <a:pt x="16435331" y="7013489"/>
                </a:lnTo>
                <a:lnTo>
                  <a:pt x="16378756" y="7033735"/>
                </a:lnTo>
                <a:lnTo>
                  <a:pt x="16321261" y="7051182"/>
                </a:lnTo>
                <a:lnTo>
                  <a:pt x="16262991" y="7065765"/>
                </a:lnTo>
                <a:lnTo>
                  <a:pt x="16204075" y="7077495"/>
                </a:lnTo>
                <a:lnTo>
                  <a:pt x="16144638" y="7086320"/>
                </a:lnTo>
                <a:lnTo>
                  <a:pt x="16084857" y="7092189"/>
                </a:lnTo>
                <a:lnTo>
                  <a:pt x="16024837" y="7095144"/>
                </a:lnTo>
                <a:lnTo>
                  <a:pt x="15994812" y="7095516"/>
                </a:lnTo>
                <a:close/>
              </a:path>
            </a:pathLst>
          </a:custGeom>
          <a:solidFill>
            <a:srgbClr val="003579">
              <a:alpha val="23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5346" y="3418401"/>
            <a:ext cx="103404" cy="1034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5346" y="4631051"/>
            <a:ext cx="103404" cy="1034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5346" y="5843700"/>
            <a:ext cx="103404" cy="10340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5346" y="7056349"/>
            <a:ext cx="103404" cy="1034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5346" y="8268999"/>
            <a:ext cx="103404" cy="10340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54670" y="983872"/>
            <a:ext cx="16290925" cy="7919084"/>
          </a:xfrm>
          <a:prstGeom prst="rect">
            <a:avLst/>
          </a:prstGeom>
        </p:spPr>
        <p:txBody>
          <a:bodyPr wrap="square" lIns="0" tIns="305435" rIns="0" bIns="0" rtlCol="0" vert="horz">
            <a:spAutoFit/>
          </a:bodyPr>
          <a:lstStyle/>
          <a:p>
            <a:pPr algn="ctr" marR="814705">
              <a:lnSpc>
                <a:spcPct val="100000"/>
              </a:lnSpc>
              <a:spcBef>
                <a:spcPts val="2405"/>
              </a:spcBef>
            </a:pPr>
            <a:r>
              <a:rPr dirty="0" sz="4000" spc="65">
                <a:latin typeface="Arial Narrow"/>
                <a:cs typeface="Arial Narrow"/>
              </a:rPr>
              <a:t>PART</a:t>
            </a:r>
            <a:r>
              <a:rPr dirty="0" sz="4000" spc="-165">
                <a:latin typeface="Arial Narrow"/>
                <a:cs typeface="Arial Narrow"/>
              </a:rPr>
              <a:t> </a:t>
            </a:r>
            <a:r>
              <a:rPr dirty="0" sz="4000" spc="260">
                <a:latin typeface="Arial Narrow"/>
                <a:cs typeface="Arial Narrow"/>
              </a:rPr>
              <a:t>TWO</a:t>
            </a:r>
            <a:endParaRPr sz="4000">
              <a:latin typeface="Arial Narrow"/>
              <a:cs typeface="Arial Narrow"/>
            </a:endParaRPr>
          </a:p>
          <a:p>
            <a:pPr marL="379095">
              <a:lnSpc>
                <a:spcPct val="100000"/>
              </a:lnSpc>
              <a:spcBef>
                <a:spcPts val="1440"/>
              </a:spcBef>
            </a:pPr>
            <a:r>
              <a:rPr dirty="0" sz="2400" spc="125" b="1">
                <a:solidFill>
                  <a:srgbClr val="CC0000"/>
                </a:solidFill>
                <a:latin typeface="Century Gothic"/>
                <a:cs typeface="Century Gothic"/>
              </a:rPr>
              <a:t>NOTE:</a:t>
            </a:r>
            <a:r>
              <a:rPr dirty="0" sz="2400" spc="10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You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-20" b="1">
                <a:solidFill>
                  <a:srgbClr val="CC0000"/>
                </a:solidFill>
                <a:latin typeface="Century Gothic"/>
                <a:cs typeface="Century Gothic"/>
              </a:rPr>
              <a:t>can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delete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85" b="1">
                <a:solidFill>
                  <a:srgbClr val="CC0000"/>
                </a:solidFill>
                <a:latin typeface="Century Gothic"/>
                <a:cs typeface="Century Gothic"/>
              </a:rPr>
              <a:t>the</a:t>
            </a:r>
            <a:r>
              <a:rPr dirty="0" sz="2400" spc="10" b="1">
                <a:solidFill>
                  <a:srgbClr val="CC0000"/>
                </a:solidFill>
                <a:latin typeface="Century Gothic"/>
                <a:cs typeface="Century Gothic"/>
              </a:rPr>
              <a:t>  </a:t>
            </a:r>
            <a:r>
              <a:rPr dirty="0" sz="2400" spc="140" b="1">
                <a:solidFill>
                  <a:srgbClr val="CC0000"/>
                </a:solidFill>
                <a:latin typeface="Century Gothic"/>
                <a:cs typeface="Century Gothic"/>
              </a:rPr>
              <a:t>slides</a:t>
            </a:r>
            <a:r>
              <a:rPr dirty="0" sz="2400" spc="20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(Important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60" b="1">
                <a:solidFill>
                  <a:srgbClr val="CC0000"/>
                </a:solidFill>
                <a:latin typeface="Century Gothic"/>
                <a:cs typeface="Century Gothic"/>
              </a:rPr>
              <a:t>pointers)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when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you</a:t>
            </a:r>
            <a:r>
              <a:rPr dirty="0" sz="2400" spc="10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upload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85" b="1">
                <a:solidFill>
                  <a:srgbClr val="CC0000"/>
                </a:solidFill>
                <a:latin typeface="Century Gothic"/>
                <a:cs typeface="Century Gothic"/>
              </a:rPr>
              <a:t>the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55" b="1">
                <a:solidFill>
                  <a:srgbClr val="CC0000"/>
                </a:solidFill>
                <a:latin typeface="Century Gothic"/>
                <a:cs typeface="Century Gothic"/>
              </a:rPr>
              <a:t>final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345" b="1">
                <a:solidFill>
                  <a:srgbClr val="CC0000"/>
                </a:solidFill>
                <a:latin typeface="Century Gothic"/>
                <a:cs typeface="Century Gothic"/>
              </a:rPr>
              <a:t>PPT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 </a:t>
            </a:r>
            <a:r>
              <a:rPr dirty="0" sz="2400" spc="-50" b="1">
                <a:solidFill>
                  <a:srgbClr val="CC0000"/>
                </a:solidFill>
                <a:latin typeface="Century Gothic"/>
                <a:cs typeface="Century Gothic"/>
              </a:rPr>
              <a:t>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2400">
              <a:latin typeface="Century Gothic"/>
              <a:cs typeface="Century Gothic"/>
            </a:endParaRPr>
          </a:p>
          <a:p>
            <a:pPr marL="70485" marR="476250" indent="30480">
              <a:lnSpc>
                <a:spcPct val="102000"/>
              </a:lnSpc>
            </a:pPr>
            <a:r>
              <a:rPr dirty="0" sz="2600" b="1">
                <a:latin typeface="Century Gothic"/>
                <a:cs typeface="Century Gothic"/>
              </a:rPr>
              <a:t>Only</a:t>
            </a:r>
            <a:r>
              <a:rPr dirty="0" sz="2600" spc="-15" b="1">
                <a:latin typeface="Century Gothic"/>
                <a:cs typeface="Century Gothic"/>
              </a:rPr>
              <a:t> </a:t>
            </a:r>
            <a:r>
              <a:rPr dirty="0" sz="2600" spc="290" b="1">
                <a:latin typeface="Century Gothic"/>
                <a:cs typeface="Century Gothic"/>
              </a:rPr>
              <a:t>80</a:t>
            </a:r>
            <a:r>
              <a:rPr dirty="0" sz="2600" spc="-10" b="1">
                <a:latin typeface="Century Gothic"/>
                <a:cs typeface="Century Gothic"/>
              </a:rPr>
              <a:t> </a:t>
            </a:r>
            <a:r>
              <a:rPr dirty="0" sz="2600" spc="50" b="1">
                <a:latin typeface="Century Gothic"/>
                <a:cs typeface="Century Gothic"/>
              </a:rPr>
              <a:t>teams</a:t>
            </a:r>
            <a:r>
              <a:rPr dirty="0" sz="2600" spc="-10" b="1">
                <a:latin typeface="Century Gothic"/>
                <a:cs typeface="Century Gothic"/>
              </a:rPr>
              <a:t> </a:t>
            </a:r>
            <a:r>
              <a:rPr dirty="0" sz="2600" spc="114" b="1">
                <a:latin typeface="Century Gothic"/>
                <a:cs typeface="Century Gothic"/>
              </a:rPr>
              <a:t>will</a:t>
            </a:r>
            <a:r>
              <a:rPr dirty="0" sz="2600" spc="-1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be</a:t>
            </a:r>
            <a:r>
              <a:rPr dirty="0" sz="2600" spc="-10" b="1">
                <a:latin typeface="Century Gothic"/>
                <a:cs typeface="Century Gothic"/>
              </a:rPr>
              <a:t> </a:t>
            </a:r>
            <a:r>
              <a:rPr dirty="0" sz="2600" spc="135" b="1">
                <a:latin typeface="Century Gothic"/>
                <a:cs typeface="Century Gothic"/>
              </a:rPr>
              <a:t>shortlisted</a:t>
            </a:r>
            <a:r>
              <a:rPr dirty="0" sz="2600" spc="-10" b="1">
                <a:latin typeface="Century Gothic"/>
                <a:cs typeface="Century Gothic"/>
              </a:rPr>
              <a:t> </a:t>
            </a:r>
            <a:r>
              <a:rPr dirty="0" sz="2600" spc="105" b="1">
                <a:latin typeface="Century Gothic"/>
                <a:cs typeface="Century Gothic"/>
              </a:rPr>
              <a:t>across</a:t>
            </a:r>
            <a:r>
              <a:rPr dirty="0" sz="2600" spc="-1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all</a:t>
            </a:r>
            <a:r>
              <a:rPr dirty="0" sz="2600" spc="-10" b="1">
                <a:latin typeface="Century Gothic"/>
                <a:cs typeface="Century Gothic"/>
              </a:rPr>
              <a:t> </a:t>
            </a:r>
            <a:r>
              <a:rPr dirty="0" sz="2600" spc="50" b="1">
                <a:latin typeface="Century Gothic"/>
                <a:cs typeface="Century Gothic"/>
              </a:rPr>
              <a:t>five</a:t>
            </a:r>
            <a:r>
              <a:rPr dirty="0" sz="2600" spc="-1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domains.</a:t>
            </a:r>
            <a:r>
              <a:rPr dirty="0" sz="2600" spc="-1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Only</a:t>
            </a:r>
            <a:r>
              <a:rPr dirty="0" sz="2600" spc="-10" b="1">
                <a:latin typeface="Century Gothic"/>
                <a:cs typeface="Century Gothic"/>
              </a:rPr>
              <a:t> </a:t>
            </a:r>
            <a:r>
              <a:rPr dirty="0" sz="2600" spc="135" b="1">
                <a:latin typeface="Century Gothic"/>
                <a:cs typeface="Century Gothic"/>
              </a:rPr>
              <a:t>shortlisted</a:t>
            </a:r>
            <a:r>
              <a:rPr dirty="0" sz="2600" spc="-10" b="1">
                <a:latin typeface="Century Gothic"/>
                <a:cs typeface="Century Gothic"/>
              </a:rPr>
              <a:t> </a:t>
            </a:r>
            <a:r>
              <a:rPr dirty="0" sz="2600" spc="50" b="1">
                <a:latin typeface="Century Gothic"/>
                <a:cs typeface="Century Gothic"/>
              </a:rPr>
              <a:t>teams</a:t>
            </a:r>
            <a:r>
              <a:rPr dirty="0" sz="2600" spc="-10" b="1">
                <a:latin typeface="Century Gothic"/>
                <a:cs typeface="Century Gothic"/>
              </a:rPr>
              <a:t> </a:t>
            </a:r>
            <a:r>
              <a:rPr dirty="0" sz="2600" spc="114" b="1">
                <a:latin typeface="Century Gothic"/>
                <a:cs typeface="Century Gothic"/>
              </a:rPr>
              <a:t>will</a:t>
            </a:r>
            <a:r>
              <a:rPr dirty="0" sz="2600" spc="-1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be</a:t>
            </a:r>
            <a:r>
              <a:rPr dirty="0" sz="2600" spc="-10" b="1">
                <a:latin typeface="Century Gothic"/>
                <a:cs typeface="Century Gothic"/>
              </a:rPr>
              <a:t> eligible </a:t>
            </a:r>
            <a:r>
              <a:rPr dirty="0" sz="2600" spc="110" b="1">
                <a:latin typeface="Century Gothic"/>
                <a:cs typeface="Century Gothic"/>
              </a:rPr>
              <a:t>to</a:t>
            </a:r>
            <a:r>
              <a:rPr dirty="0" sz="2600" spc="1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attend</a:t>
            </a:r>
            <a:r>
              <a:rPr dirty="0" sz="2600" spc="20" b="1">
                <a:latin typeface="Century Gothic"/>
                <a:cs typeface="Century Gothic"/>
              </a:rPr>
              <a:t> </a:t>
            </a:r>
            <a:r>
              <a:rPr dirty="0" sz="2600" spc="80" b="1">
                <a:latin typeface="Century Gothic"/>
                <a:cs typeface="Century Gothic"/>
              </a:rPr>
              <a:t>the</a:t>
            </a:r>
            <a:r>
              <a:rPr dirty="0" sz="2600" spc="15" b="1">
                <a:latin typeface="Century Gothic"/>
                <a:cs typeface="Century Gothic"/>
              </a:rPr>
              <a:t> </a:t>
            </a:r>
            <a:r>
              <a:rPr dirty="0" sz="2600" spc="95" b="1">
                <a:latin typeface="Century Gothic"/>
                <a:cs typeface="Century Gothic"/>
              </a:rPr>
              <a:t>offline</a:t>
            </a:r>
            <a:r>
              <a:rPr dirty="0" sz="2600" spc="20" b="1">
                <a:latin typeface="Century Gothic"/>
                <a:cs typeface="Century Gothic"/>
              </a:rPr>
              <a:t> </a:t>
            </a:r>
            <a:r>
              <a:rPr dirty="0" sz="2600" spc="-10" b="1">
                <a:latin typeface="Century Gothic"/>
                <a:cs typeface="Century Gothic"/>
              </a:rPr>
              <a:t>hackathon.</a:t>
            </a:r>
            <a:endParaRPr sz="2600">
              <a:latin typeface="Century Gothic"/>
              <a:cs typeface="Century Gothic"/>
            </a:endParaRPr>
          </a:p>
          <a:p>
            <a:pPr marL="12700" marR="5080">
              <a:lnSpc>
                <a:spcPct val="102000"/>
              </a:lnSpc>
              <a:spcBef>
                <a:spcPts val="3185"/>
              </a:spcBef>
            </a:pPr>
            <a:r>
              <a:rPr dirty="0" sz="2600" spc="-20" b="1">
                <a:latin typeface="Century Gothic"/>
                <a:cs typeface="Century Gothic"/>
              </a:rPr>
              <a:t>AI-</a:t>
            </a:r>
            <a:r>
              <a:rPr dirty="0" sz="2600" b="1">
                <a:latin typeface="Century Gothic"/>
                <a:cs typeface="Century Gothic"/>
              </a:rPr>
              <a:t>generated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spc="45" b="1">
                <a:latin typeface="Century Gothic"/>
                <a:cs typeface="Century Gothic"/>
              </a:rPr>
              <a:t>content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spc="70" b="1">
                <a:latin typeface="Century Gothic"/>
                <a:cs typeface="Century Gothic"/>
              </a:rPr>
              <a:t>should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spc="75" b="1">
                <a:latin typeface="Century Gothic"/>
                <a:cs typeface="Century Gothic"/>
              </a:rPr>
              <a:t>not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exceed</a:t>
            </a:r>
            <a:r>
              <a:rPr dirty="0" sz="2600" spc="-30" b="1">
                <a:latin typeface="Century Gothic"/>
                <a:cs typeface="Century Gothic"/>
              </a:rPr>
              <a:t> </a:t>
            </a:r>
            <a:r>
              <a:rPr dirty="0" sz="2600" spc="75" b="1">
                <a:latin typeface="Century Gothic"/>
                <a:cs typeface="Century Gothic"/>
              </a:rPr>
              <a:t>20%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spc="120" b="1">
                <a:latin typeface="Century Gothic"/>
                <a:cs typeface="Century Gothic"/>
              </a:rPr>
              <a:t>of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spc="80" b="1">
                <a:latin typeface="Century Gothic"/>
                <a:cs typeface="Century Gothic"/>
              </a:rPr>
              <a:t>the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overall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spc="50" b="1">
                <a:latin typeface="Century Gothic"/>
                <a:cs typeface="Century Gothic"/>
              </a:rPr>
              <a:t>presentation.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spc="-20" b="1">
                <a:latin typeface="Century Gothic"/>
                <a:cs typeface="Century Gothic"/>
              </a:rPr>
              <a:t>AI-</a:t>
            </a:r>
            <a:r>
              <a:rPr dirty="0" sz="2600" b="1">
                <a:latin typeface="Century Gothic"/>
                <a:cs typeface="Century Gothic"/>
              </a:rPr>
              <a:t>generated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spc="45" b="1">
                <a:latin typeface="Century Gothic"/>
                <a:cs typeface="Century Gothic"/>
              </a:rPr>
              <a:t>content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spc="95" b="1">
                <a:latin typeface="Century Gothic"/>
                <a:cs typeface="Century Gothic"/>
              </a:rPr>
              <a:t>will </a:t>
            </a:r>
            <a:r>
              <a:rPr dirty="0" sz="2600" spc="55" b="1">
                <a:latin typeface="Century Gothic"/>
                <a:cs typeface="Century Gothic"/>
              </a:rPr>
              <a:t>significantly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reduce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your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chances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spc="120" b="1">
                <a:latin typeface="Century Gothic"/>
                <a:cs typeface="Century Gothic"/>
              </a:rPr>
              <a:t>of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being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spc="105" b="1">
                <a:latin typeface="Century Gothic"/>
                <a:cs typeface="Century Gothic"/>
              </a:rPr>
              <a:t>shortlisted.</a:t>
            </a:r>
            <a:endParaRPr sz="2600">
              <a:latin typeface="Century Gothic"/>
              <a:cs typeface="Century Gothic"/>
            </a:endParaRPr>
          </a:p>
          <a:p>
            <a:pPr marL="12700" marR="162560">
              <a:lnSpc>
                <a:spcPct val="102000"/>
              </a:lnSpc>
              <a:spcBef>
                <a:spcPts val="3180"/>
              </a:spcBef>
            </a:pPr>
            <a:r>
              <a:rPr dirty="0" sz="2600" spc="105" b="1">
                <a:latin typeface="Century Gothic"/>
                <a:cs typeface="Century Gothic"/>
              </a:rPr>
              <a:t>Support</a:t>
            </a:r>
            <a:r>
              <a:rPr dirty="0" sz="2600" spc="3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all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claims,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numbers,</a:t>
            </a:r>
            <a:r>
              <a:rPr dirty="0" sz="2600" spc="30" b="1">
                <a:latin typeface="Century Gothic"/>
                <a:cs typeface="Century Gothic"/>
              </a:rPr>
              <a:t> </a:t>
            </a:r>
            <a:r>
              <a:rPr dirty="0" sz="2600" spc="-25" b="1">
                <a:latin typeface="Century Gothic"/>
                <a:cs typeface="Century Gothic"/>
              </a:rPr>
              <a:t>and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spc="150" b="1">
                <a:latin typeface="Century Gothic"/>
                <a:cs typeface="Century Gothic"/>
              </a:rPr>
              <a:t>statistics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spc="100" b="1">
                <a:latin typeface="Century Gothic"/>
                <a:cs typeface="Century Gothic"/>
              </a:rPr>
              <a:t>with</a:t>
            </a:r>
            <a:r>
              <a:rPr dirty="0" sz="2600" spc="3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credible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spc="100" b="1">
                <a:latin typeface="Century Gothic"/>
                <a:cs typeface="Century Gothic"/>
              </a:rPr>
              <a:t>sources,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spc="-10" b="1">
                <a:latin typeface="Century Gothic"/>
                <a:cs typeface="Century Gothic"/>
              </a:rPr>
              <a:t>evidence,</a:t>
            </a:r>
            <a:r>
              <a:rPr dirty="0" sz="2600" spc="30" b="1">
                <a:latin typeface="Century Gothic"/>
                <a:cs typeface="Century Gothic"/>
              </a:rPr>
              <a:t> </a:t>
            </a:r>
            <a:r>
              <a:rPr dirty="0" sz="2600" spc="100" b="1">
                <a:latin typeface="Century Gothic"/>
                <a:cs typeface="Century Gothic"/>
              </a:rPr>
              <a:t>or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clear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spc="-10" b="1">
                <a:latin typeface="Century Gothic"/>
                <a:cs typeface="Century Gothic"/>
              </a:rPr>
              <a:t>explanations. </a:t>
            </a:r>
            <a:r>
              <a:rPr dirty="0" sz="2600" spc="85" b="1">
                <a:latin typeface="Century Gothic"/>
                <a:cs typeface="Century Gothic"/>
              </a:rPr>
              <a:t>Unsupported</a:t>
            </a:r>
            <a:r>
              <a:rPr dirty="0" sz="2600" spc="9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information</a:t>
            </a:r>
            <a:r>
              <a:rPr dirty="0" sz="2600" spc="95" b="1">
                <a:latin typeface="Century Gothic"/>
                <a:cs typeface="Century Gothic"/>
              </a:rPr>
              <a:t> </a:t>
            </a:r>
            <a:r>
              <a:rPr dirty="0" sz="2600" spc="-100" b="1">
                <a:latin typeface="Century Gothic"/>
                <a:cs typeface="Century Gothic"/>
              </a:rPr>
              <a:t>may</a:t>
            </a:r>
            <a:r>
              <a:rPr dirty="0" sz="2600" spc="9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reduce</a:t>
            </a:r>
            <a:r>
              <a:rPr dirty="0" sz="2600" spc="9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your</a:t>
            </a:r>
            <a:r>
              <a:rPr dirty="0" sz="2600" spc="95" b="1">
                <a:latin typeface="Century Gothic"/>
                <a:cs typeface="Century Gothic"/>
              </a:rPr>
              <a:t> </a:t>
            </a:r>
            <a:r>
              <a:rPr dirty="0" sz="2600" spc="55" b="1">
                <a:latin typeface="Century Gothic"/>
                <a:cs typeface="Century Gothic"/>
              </a:rPr>
              <a:t>score.</a:t>
            </a:r>
            <a:endParaRPr sz="2600">
              <a:latin typeface="Century Gothic"/>
              <a:cs typeface="Century Gothic"/>
            </a:endParaRPr>
          </a:p>
          <a:p>
            <a:pPr marL="12700" marR="1217930" indent="88265">
              <a:lnSpc>
                <a:spcPct val="102000"/>
              </a:lnSpc>
              <a:spcBef>
                <a:spcPts val="3185"/>
              </a:spcBef>
            </a:pPr>
            <a:r>
              <a:rPr dirty="0" sz="2600" b="1">
                <a:latin typeface="Century Gothic"/>
                <a:cs typeface="Century Gothic"/>
              </a:rPr>
              <a:t>Clearly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define</a:t>
            </a:r>
            <a:r>
              <a:rPr dirty="0" sz="2600" spc="-20" b="1">
                <a:latin typeface="Century Gothic"/>
                <a:cs typeface="Century Gothic"/>
              </a:rPr>
              <a:t> </a:t>
            </a:r>
            <a:r>
              <a:rPr dirty="0" sz="2600" spc="-180" b="1">
                <a:latin typeface="Century Gothic"/>
                <a:cs typeface="Century Gothic"/>
              </a:rPr>
              <a:t>a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spc="60" b="1">
                <a:latin typeface="Century Gothic"/>
                <a:cs typeface="Century Gothic"/>
              </a:rPr>
              <a:t>specific</a:t>
            </a:r>
            <a:r>
              <a:rPr dirty="0" sz="2600" spc="-2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problem.</a:t>
            </a:r>
            <a:r>
              <a:rPr dirty="0" sz="2600" spc="-20" b="1">
                <a:latin typeface="Century Gothic"/>
                <a:cs typeface="Century Gothic"/>
              </a:rPr>
              <a:t> </a:t>
            </a:r>
            <a:r>
              <a:rPr dirty="0" sz="2600" spc="-25" b="1">
                <a:latin typeface="Century Gothic"/>
                <a:cs typeface="Century Gothic"/>
              </a:rPr>
              <a:t>Avoid </a:t>
            </a:r>
            <a:r>
              <a:rPr dirty="0" sz="2600" spc="55" b="1">
                <a:latin typeface="Century Gothic"/>
                <a:cs typeface="Century Gothic"/>
              </a:rPr>
              <a:t>problems</a:t>
            </a:r>
            <a:r>
              <a:rPr dirty="0" sz="2600" spc="-20" b="1">
                <a:latin typeface="Century Gothic"/>
                <a:cs typeface="Century Gothic"/>
              </a:rPr>
              <a:t> </a:t>
            </a:r>
            <a:r>
              <a:rPr dirty="0" sz="2600" spc="70" b="1">
                <a:latin typeface="Century Gothic"/>
                <a:cs typeface="Century Gothic"/>
              </a:rPr>
              <a:t>that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are</a:t>
            </a:r>
            <a:r>
              <a:rPr dirty="0" sz="2600" spc="-20" b="1">
                <a:latin typeface="Century Gothic"/>
                <a:cs typeface="Century Gothic"/>
              </a:rPr>
              <a:t> </a:t>
            </a:r>
            <a:r>
              <a:rPr dirty="0" sz="2600" spc="85" b="1">
                <a:latin typeface="Century Gothic"/>
                <a:cs typeface="Century Gothic"/>
              </a:rPr>
              <a:t>too</a:t>
            </a:r>
            <a:r>
              <a:rPr dirty="0" sz="2600" spc="-2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broad</a:t>
            </a:r>
            <a:r>
              <a:rPr dirty="0" sz="2600" spc="-25" b="1">
                <a:latin typeface="Century Gothic"/>
                <a:cs typeface="Century Gothic"/>
              </a:rPr>
              <a:t> </a:t>
            </a:r>
            <a:r>
              <a:rPr dirty="0" sz="2600" spc="100" b="1">
                <a:latin typeface="Century Gothic"/>
                <a:cs typeface="Century Gothic"/>
              </a:rPr>
              <a:t>or</a:t>
            </a:r>
            <a:r>
              <a:rPr dirty="0" sz="2600" spc="-2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generic,</a:t>
            </a:r>
            <a:r>
              <a:rPr dirty="0" sz="2600" spc="-25" b="1">
                <a:latin typeface="Century Gothic"/>
                <a:cs typeface="Century Gothic"/>
              </a:rPr>
              <a:t> and</a:t>
            </a:r>
            <a:r>
              <a:rPr dirty="0" sz="2600" spc="-2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do</a:t>
            </a:r>
            <a:r>
              <a:rPr dirty="0" sz="2600" spc="-20" b="1">
                <a:latin typeface="Century Gothic"/>
                <a:cs typeface="Century Gothic"/>
              </a:rPr>
              <a:t> </a:t>
            </a:r>
            <a:r>
              <a:rPr dirty="0" sz="2600" spc="50" b="1">
                <a:latin typeface="Century Gothic"/>
                <a:cs typeface="Century Gothic"/>
              </a:rPr>
              <a:t>not </a:t>
            </a:r>
            <a:r>
              <a:rPr dirty="0" sz="2600" spc="90" b="1">
                <a:latin typeface="Century Gothic"/>
                <a:cs typeface="Century Gothic"/>
              </a:rPr>
              <a:t>present</a:t>
            </a:r>
            <a:r>
              <a:rPr dirty="0" sz="2600" spc="4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your</a:t>
            </a:r>
            <a:r>
              <a:rPr dirty="0" sz="2600" spc="4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product</a:t>
            </a:r>
            <a:r>
              <a:rPr dirty="0" sz="2600" spc="40" b="1">
                <a:latin typeface="Century Gothic"/>
                <a:cs typeface="Century Gothic"/>
              </a:rPr>
              <a:t> </a:t>
            </a:r>
            <a:r>
              <a:rPr dirty="0" sz="2600" spc="100" b="1">
                <a:latin typeface="Century Gothic"/>
                <a:cs typeface="Century Gothic"/>
              </a:rPr>
              <a:t>or</a:t>
            </a:r>
            <a:r>
              <a:rPr dirty="0" sz="2600" spc="40" b="1">
                <a:latin typeface="Century Gothic"/>
                <a:cs typeface="Century Gothic"/>
              </a:rPr>
              <a:t> </a:t>
            </a:r>
            <a:r>
              <a:rPr dirty="0" sz="2600" spc="105" b="1">
                <a:latin typeface="Century Gothic"/>
                <a:cs typeface="Century Gothic"/>
              </a:rPr>
              <a:t>solution</a:t>
            </a:r>
            <a:r>
              <a:rPr dirty="0" sz="2600" spc="40" b="1">
                <a:latin typeface="Century Gothic"/>
                <a:cs typeface="Century Gothic"/>
              </a:rPr>
              <a:t> </a:t>
            </a:r>
            <a:r>
              <a:rPr dirty="0" sz="2600" spc="85" b="1">
                <a:latin typeface="Century Gothic"/>
                <a:cs typeface="Century Gothic"/>
              </a:rPr>
              <a:t>as</a:t>
            </a:r>
            <a:r>
              <a:rPr dirty="0" sz="2600" spc="40" b="1">
                <a:latin typeface="Century Gothic"/>
                <a:cs typeface="Century Gothic"/>
              </a:rPr>
              <a:t> </a:t>
            </a:r>
            <a:r>
              <a:rPr dirty="0" sz="2600" spc="80" b="1">
                <a:latin typeface="Century Gothic"/>
                <a:cs typeface="Century Gothic"/>
              </a:rPr>
              <a:t>the</a:t>
            </a:r>
            <a:r>
              <a:rPr dirty="0" sz="2600" spc="40" b="1">
                <a:latin typeface="Century Gothic"/>
                <a:cs typeface="Century Gothic"/>
              </a:rPr>
              <a:t> </a:t>
            </a:r>
            <a:r>
              <a:rPr dirty="0" sz="2600" spc="-10" b="1">
                <a:latin typeface="Century Gothic"/>
                <a:cs typeface="Century Gothic"/>
              </a:rPr>
              <a:t>problem.</a:t>
            </a:r>
            <a:endParaRPr sz="2600">
              <a:latin typeface="Century Gothic"/>
              <a:cs typeface="Century Gothic"/>
            </a:endParaRPr>
          </a:p>
          <a:p>
            <a:pPr marL="12700" marR="1073785" indent="88265">
              <a:lnSpc>
                <a:spcPct val="102000"/>
              </a:lnSpc>
              <a:spcBef>
                <a:spcPts val="3185"/>
              </a:spcBef>
            </a:pPr>
            <a:r>
              <a:rPr dirty="0" sz="2600" spc="190" b="1">
                <a:latin typeface="Century Gothic"/>
                <a:cs typeface="Century Gothic"/>
              </a:rPr>
              <a:t>Use</a:t>
            </a:r>
            <a:r>
              <a:rPr dirty="0" sz="2600" spc="5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only</a:t>
            </a:r>
            <a:r>
              <a:rPr dirty="0" sz="2600" spc="5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your</a:t>
            </a:r>
            <a:r>
              <a:rPr dirty="0" sz="2600" spc="60" b="1">
                <a:latin typeface="Century Gothic"/>
                <a:cs typeface="Century Gothic"/>
              </a:rPr>
              <a:t> </a:t>
            </a:r>
            <a:r>
              <a:rPr dirty="0" sz="2600" spc="50" b="1">
                <a:latin typeface="Century Gothic"/>
                <a:cs typeface="Century Gothic"/>
              </a:rPr>
              <a:t>own</a:t>
            </a:r>
            <a:r>
              <a:rPr dirty="0" sz="2600" spc="5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prototype</a:t>
            </a:r>
            <a:r>
              <a:rPr dirty="0" sz="2600" spc="60" b="1">
                <a:latin typeface="Century Gothic"/>
                <a:cs typeface="Century Gothic"/>
              </a:rPr>
              <a:t> </a:t>
            </a:r>
            <a:r>
              <a:rPr dirty="0" sz="2600" spc="90" b="1">
                <a:latin typeface="Century Gothic"/>
                <a:cs typeface="Century Gothic"/>
              </a:rPr>
              <a:t>work</a:t>
            </a:r>
            <a:r>
              <a:rPr dirty="0" sz="2600" spc="5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in</a:t>
            </a:r>
            <a:r>
              <a:rPr dirty="0" sz="2600" spc="60" b="1">
                <a:latin typeface="Century Gothic"/>
                <a:cs typeface="Century Gothic"/>
              </a:rPr>
              <a:t> </a:t>
            </a:r>
            <a:r>
              <a:rPr dirty="0" sz="2600" spc="85" b="1">
                <a:latin typeface="Century Gothic"/>
                <a:cs typeface="Century Gothic"/>
              </a:rPr>
              <a:t>photos</a:t>
            </a:r>
            <a:r>
              <a:rPr dirty="0" sz="2600" spc="55" b="1">
                <a:latin typeface="Century Gothic"/>
                <a:cs typeface="Century Gothic"/>
              </a:rPr>
              <a:t> </a:t>
            </a:r>
            <a:r>
              <a:rPr dirty="0" sz="2600" spc="100" b="1">
                <a:latin typeface="Century Gothic"/>
                <a:cs typeface="Century Gothic"/>
              </a:rPr>
              <a:t>or</a:t>
            </a:r>
            <a:r>
              <a:rPr dirty="0" sz="2600" spc="6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demos.</a:t>
            </a:r>
            <a:r>
              <a:rPr dirty="0" sz="2600" spc="55" b="1">
                <a:latin typeface="Century Gothic"/>
                <a:cs typeface="Century Gothic"/>
              </a:rPr>
              <a:t> </a:t>
            </a:r>
            <a:r>
              <a:rPr dirty="0" sz="2600" spc="-20" b="1">
                <a:latin typeface="Century Gothic"/>
                <a:cs typeface="Century Gothic"/>
              </a:rPr>
              <a:t>AI-</a:t>
            </a:r>
            <a:r>
              <a:rPr dirty="0" sz="2600" b="1">
                <a:latin typeface="Century Gothic"/>
                <a:cs typeface="Century Gothic"/>
              </a:rPr>
              <a:t>generated</a:t>
            </a:r>
            <a:r>
              <a:rPr dirty="0" sz="2600" spc="60" b="1">
                <a:latin typeface="Century Gothic"/>
                <a:cs typeface="Century Gothic"/>
              </a:rPr>
              <a:t> </a:t>
            </a:r>
            <a:r>
              <a:rPr dirty="0" sz="2600" spc="100" b="1">
                <a:latin typeface="Century Gothic"/>
                <a:cs typeface="Century Gothic"/>
              </a:rPr>
              <a:t>or</a:t>
            </a:r>
            <a:r>
              <a:rPr dirty="0" sz="2600" spc="55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unrelated</a:t>
            </a:r>
            <a:r>
              <a:rPr dirty="0" sz="2600" spc="60" b="1">
                <a:latin typeface="Century Gothic"/>
                <a:cs typeface="Century Gothic"/>
              </a:rPr>
              <a:t> </a:t>
            </a:r>
            <a:r>
              <a:rPr dirty="0" sz="2600" spc="-10" b="1">
                <a:latin typeface="Century Gothic"/>
                <a:cs typeface="Century Gothic"/>
              </a:rPr>
              <a:t>prototype </a:t>
            </a:r>
            <a:r>
              <a:rPr dirty="0" sz="2600" b="1">
                <a:latin typeface="Century Gothic"/>
                <a:cs typeface="Century Gothic"/>
              </a:rPr>
              <a:t>images</a:t>
            </a:r>
            <a:r>
              <a:rPr dirty="0" sz="2600" spc="35" b="1">
                <a:latin typeface="Century Gothic"/>
                <a:cs typeface="Century Gothic"/>
              </a:rPr>
              <a:t> </a:t>
            </a:r>
            <a:r>
              <a:rPr dirty="0" sz="2600" spc="-100" b="1">
                <a:latin typeface="Century Gothic"/>
                <a:cs typeface="Century Gothic"/>
              </a:rPr>
              <a:t>may</a:t>
            </a:r>
            <a:r>
              <a:rPr dirty="0" sz="2600" spc="4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reduce</a:t>
            </a:r>
            <a:r>
              <a:rPr dirty="0" sz="2600" spc="40" b="1">
                <a:latin typeface="Century Gothic"/>
                <a:cs typeface="Century Gothic"/>
              </a:rPr>
              <a:t> </a:t>
            </a:r>
            <a:r>
              <a:rPr dirty="0" sz="2600" b="1">
                <a:latin typeface="Century Gothic"/>
                <a:cs typeface="Century Gothic"/>
              </a:rPr>
              <a:t>your</a:t>
            </a:r>
            <a:r>
              <a:rPr dirty="0" sz="2600" spc="40" b="1">
                <a:latin typeface="Century Gothic"/>
                <a:cs typeface="Century Gothic"/>
              </a:rPr>
              <a:t> </a:t>
            </a:r>
            <a:r>
              <a:rPr dirty="0" sz="2600" spc="55" b="1">
                <a:latin typeface="Century Gothic"/>
                <a:cs typeface="Century Gothic"/>
              </a:rPr>
              <a:t>score.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9918445"/>
            <a:ext cx="18288000" cy="368935"/>
          </a:xfrm>
          <a:custGeom>
            <a:avLst/>
            <a:gdLst/>
            <a:ahLst/>
            <a:cxnLst/>
            <a:rect l="l" t="t" r="r" b="b"/>
            <a:pathLst>
              <a:path w="18288000" h="368934">
                <a:moveTo>
                  <a:pt x="18287998" y="368553"/>
                </a:moveTo>
                <a:lnTo>
                  <a:pt x="0" y="368553"/>
                </a:lnTo>
                <a:lnTo>
                  <a:pt x="0" y="50911"/>
                </a:lnTo>
                <a:lnTo>
                  <a:pt x="52282" y="39806"/>
                </a:lnTo>
                <a:lnTo>
                  <a:pt x="102236" y="30487"/>
                </a:lnTo>
                <a:lnTo>
                  <a:pt x="152426" y="22413"/>
                </a:lnTo>
                <a:lnTo>
                  <a:pt x="202789" y="15577"/>
                </a:lnTo>
                <a:lnTo>
                  <a:pt x="253286" y="9951"/>
                </a:lnTo>
                <a:lnTo>
                  <a:pt x="303929" y="5608"/>
                </a:lnTo>
                <a:lnTo>
                  <a:pt x="354640" y="2510"/>
                </a:lnTo>
                <a:lnTo>
                  <a:pt x="405434" y="633"/>
                </a:lnTo>
                <a:lnTo>
                  <a:pt x="456262" y="0"/>
                </a:lnTo>
                <a:lnTo>
                  <a:pt x="17831709" y="0"/>
                </a:lnTo>
                <a:lnTo>
                  <a:pt x="17882537" y="633"/>
                </a:lnTo>
                <a:lnTo>
                  <a:pt x="17933332" y="2510"/>
                </a:lnTo>
                <a:lnTo>
                  <a:pt x="17984042" y="5608"/>
                </a:lnTo>
                <a:lnTo>
                  <a:pt x="18034685" y="9951"/>
                </a:lnTo>
                <a:lnTo>
                  <a:pt x="18085183" y="15577"/>
                </a:lnTo>
                <a:lnTo>
                  <a:pt x="18135546" y="22413"/>
                </a:lnTo>
                <a:lnTo>
                  <a:pt x="18185718" y="30487"/>
                </a:lnTo>
                <a:lnTo>
                  <a:pt x="18235689" y="39806"/>
                </a:lnTo>
                <a:lnTo>
                  <a:pt x="18285402" y="50318"/>
                </a:lnTo>
                <a:lnTo>
                  <a:pt x="18287998" y="368553"/>
                </a:lnTo>
                <a:close/>
              </a:path>
            </a:pathLst>
          </a:custGeom>
          <a:solidFill>
            <a:srgbClr val="0096B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0040" y="201168"/>
            <a:ext cx="10439400" cy="109423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51975" y="191726"/>
            <a:ext cx="10351135" cy="1076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85">
                <a:solidFill>
                  <a:srgbClr val="CC0000"/>
                </a:solidFill>
              </a:rPr>
              <a:t>RULES</a:t>
            </a:r>
            <a:r>
              <a:rPr dirty="0" spc="-1070">
                <a:solidFill>
                  <a:srgbClr val="CC0000"/>
                </a:solidFill>
              </a:rPr>
              <a:t> </a:t>
            </a:r>
            <a:r>
              <a:rPr dirty="0" spc="-505">
                <a:solidFill>
                  <a:srgbClr val="CC0000"/>
                </a:solidFill>
              </a:rPr>
              <a:t>A</a:t>
            </a:r>
            <a:r>
              <a:rPr dirty="0" spc="-475">
                <a:solidFill>
                  <a:srgbClr val="CC0000"/>
                </a:solidFill>
              </a:rPr>
              <a:t>N</a:t>
            </a:r>
            <a:r>
              <a:rPr dirty="0" spc="20">
                <a:solidFill>
                  <a:srgbClr val="CC0000"/>
                </a:solidFill>
              </a:rPr>
              <a:t>D</a:t>
            </a:r>
            <a:r>
              <a:rPr dirty="0" spc="-1065">
                <a:solidFill>
                  <a:srgbClr val="CC0000"/>
                </a:solidFill>
              </a:rPr>
              <a:t> </a:t>
            </a:r>
            <a:r>
              <a:rPr dirty="0" spc="20">
                <a:solidFill>
                  <a:srgbClr val="CC0000"/>
                </a:solidFill>
              </a:rPr>
              <a:t>R</a:t>
            </a:r>
            <a:r>
              <a:rPr dirty="0" spc="-5">
                <a:solidFill>
                  <a:srgbClr val="CC0000"/>
                </a:solidFill>
              </a:rPr>
              <a:t>E</a:t>
            </a:r>
            <a:r>
              <a:rPr dirty="0" spc="-75">
                <a:solidFill>
                  <a:srgbClr val="CC0000"/>
                </a:solidFill>
              </a:rPr>
              <a:t>G</a:t>
            </a:r>
            <a:r>
              <a:rPr dirty="0" spc="10">
                <a:solidFill>
                  <a:srgbClr val="CC0000"/>
                </a:solidFill>
              </a:rPr>
              <a:t>U</a:t>
            </a:r>
            <a:r>
              <a:rPr dirty="0" spc="40">
                <a:solidFill>
                  <a:srgbClr val="CC0000"/>
                </a:solidFill>
              </a:rPr>
              <a:t>L</a:t>
            </a:r>
            <a:r>
              <a:rPr dirty="0" spc="-710">
                <a:solidFill>
                  <a:srgbClr val="CC0000"/>
                </a:solidFill>
              </a:rPr>
              <a:t>A</a:t>
            </a:r>
            <a:r>
              <a:rPr dirty="0" spc="105">
                <a:solidFill>
                  <a:srgbClr val="CC0000"/>
                </a:solidFill>
              </a:rPr>
              <a:t>T</a:t>
            </a:r>
            <a:r>
              <a:rPr dirty="0" spc="-55">
                <a:solidFill>
                  <a:srgbClr val="CC0000"/>
                </a:solidFill>
              </a:rPr>
              <a:t>I</a:t>
            </a:r>
            <a:r>
              <a:rPr dirty="0" spc="-75">
                <a:solidFill>
                  <a:srgbClr val="CC0000"/>
                </a:solidFill>
              </a:rPr>
              <a:t>O</a:t>
            </a:r>
            <a:r>
              <a:rPr dirty="0" spc="-50">
                <a:solidFill>
                  <a:srgbClr val="CC0000"/>
                </a:solidFill>
              </a:rPr>
              <a:t>N</a:t>
            </a:r>
            <a:r>
              <a:rPr dirty="0" spc="445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2" name="object 2"/>
          <p:cNvSpPr/>
          <p:nvPr/>
        </p:nvSpPr>
        <p:spPr>
          <a:xfrm>
            <a:off x="603934" y="2592612"/>
            <a:ext cx="17219295" cy="7096125"/>
          </a:xfrm>
          <a:custGeom>
            <a:avLst/>
            <a:gdLst/>
            <a:ahLst/>
            <a:cxnLst/>
            <a:rect l="l" t="t" r="r" b="b"/>
            <a:pathLst>
              <a:path w="17219295" h="7096125">
                <a:moveTo>
                  <a:pt x="15994812" y="7095516"/>
                </a:moveTo>
                <a:lnTo>
                  <a:pt x="1193981" y="7095144"/>
                </a:lnTo>
                <a:lnTo>
                  <a:pt x="1133962" y="7092189"/>
                </a:lnTo>
                <a:lnTo>
                  <a:pt x="1074180" y="7086320"/>
                </a:lnTo>
                <a:lnTo>
                  <a:pt x="1014744" y="7077495"/>
                </a:lnTo>
                <a:lnTo>
                  <a:pt x="955828" y="7065765"/>
                </a:lnTo>
                <a:lnTo>
                  <a:pt x="897557" y="7051182"/>
                </a:lnTo>
                <a:lnTo>
                  <a:pt x="840063" y="7033748"/>
                </a:lnTo>
                <a:lnTo>
                  <a:pt x="783483" y="7013489"/>
                </a:lnTo>
                <a:lnTo>
                  <a:pt x="727988" y="6990513"/>
                </a:lnTo>
                <a:lnTo>
                  <a:pt x="673681" y="6964815"/>
                </a:lnTo>
                <a:lnTo>
                  <a:pt x="620689" y="6936511"/>
                </a:lnTo>
                <a:lnTo>
                  <a:pt x="569162" y="6905616"/>
                </a:lnTo>
                <a:lnTo>
                  <a:pt x="519214" y="6872237"/>
                </a:lnTo>
                <a:lnTo>
                  <a:pt x="470970" y="6836454"/>
                </a:lnTo>
                <a:lnTo>
                  <a:pt x="424511" y="6798344"/>
                </a:lnTo>
                <a:lnTo>
                  <a:pt x="380011" y="6757992"/>
                </a:lnTo>
                <a:lnTo>
                  <a:pt x="337524" y="6715505"/>
                </a:lnTo>
                <a:lnTo>
                  <a:pt x="297172" y="6670992"/>
                </a:lnTo>
                <a:lnTo>
                  <a:pt x="259062" y="6624546"/>
                </a:lnTo>
                <a:lnTo>
                  <a:pt x="223279" y="6576302"/>
                </a:lnTo>
                <a:lnTo>
                  <a:pt x="189900" y="6526354"/>
                </a:lnTo>
                <a:lnTo>
                  <a:pt x="159005" y="6474827"/>
                </a:lnTo>
                <a:lnTo>
                  <a:pt x="130701" y="6421835"/>
                </a:lnTo>
                <a:lnTo>
                  <a:pt x="105003" y="6367528"/>
                </a:lnTo>
                <a:lnTo>
                  <a:pt x="82027" y="6312033"/>
                </a:lnTo>
                <a:lnTo>
                  <a:pt x="61768" y="6255453"/>
                </a:lnTo>
                <a:lnTo>
                  <a:pt x="44333" y="6197958"/>
                </a:lnTo>
                <a:lnTo>
                  <a:pt x="29751" y="6139688"/>
                </a:lnTo>
                <a:lnTo>
                  <a:pt x="18021" y="6080772"/>
                </a:lnTo>
                <a:lnTo>
                  <a:pt x="9196" y="6021336"/>
                </a:lnTo>
                <a:lnTo>
                  <a:pt x="3327" y="5961554"/>
                </a:lnTo>
                <a:lnTo>
                  <a:pt x="372" y="5901535"/>
                </a:lnTo>
                <a:lnTo>
                  <a:pt x="0" y="5871509"/>
                </a:lnTo>
                <a:lnTo>
                  <a:pt x="372" y="1193981"/>
                </a:lnTo>
                <a:lnTo>
                  <a:pt x="3327" y="1133962"/>
                </a:lnTo>
                <a:lnTo>
                  <a:pt x="9196" y="1074180"/>
                </a:lnTo>
                <a:lnTo>
                  <a:pt x="18021" y="1014744"/>
                </a:lnTo>
                <a:lnTo>
                  <a:pt x="29751" y="955828"/>
                </a:lnTo>
                <a:lnTo>
                  <a:pt x="44333" y="897557"/>
                </a:lnTo>
                <a:lnTo>
                  <a:pt x="61768" y="840063"/>
                </a:lnTo>
                <a:lnTo>
                  <a:pt x="82027" y="783483"/>
                </a:lnTo>
                <a:lnTo>
                  <a:pt x="105003" y="727988"/>
                </a:lnTo>
                <a:lnTo>
                  <a:pt x="130701" y="673681"/>
                </a:lnTo>
                <a:lnTo>
                  <a:pt x="159005" y="620689"/>
                </a:lnTo>
                <a:lnTo>
                  <a:pt x="189900" y="569162"/>
                </a:lnTo>
                <a:lnTo>
                  <a:pt x="223279" y="519214"/>
                </a:lnTo>
                <a:lnTo>
                  <a:pt x="259062" y="470970"/>
                </a:lnTo>
                <a:lnTo>
                  <a:pt x="297172" y="424511"/>
                </a:lnTo>
                <a:lnTo>
                  <a:pt x="337524" y="380011"/>
                </a:lnTo>
                <a:lnTo>
                  <a:pt x="380011" y="337524"/>
                </a:lnTo>
                <a:lnTo>
                  <a:pt x="424511" y="297172"/>
                </a:lnTo>
                <a:lnTo>
                  <a:pt x="470970" y="259062"/>
                </a:lnTo>
                <a:lnTo>
                  <a:pt x="519214" y="223279"/>
                </a:lnTo>
                <a:lnTo>
                  <a:pt x="569162" y="189900"/>
                </a:lnTo>
                <a:lnTo>
                  <a:pt x="620689" y="159005"/>
                </a:lnTo>
                <a:lnTo>
                  <a:pt x="673681" y="130701"/>
                </a:lnTo>
                <a:lnTo>
                  <a:pt x="727988" y="105003"/>
                </a:lnTo>
                <a:lnTo>
                  <a:pt x="783483" y="82027"/>
                </a:lnTo>
                <a:lnTo>
                  <a:pt x="840063" y="61768"/>
                </a:lnTo>
                <a:lnTo>
                  <a:pt x="897557" y="44333"/>
                </a:lnTo>
                <a:lnTo>
                  <a:pt x="955828" y="29751"/>
                </a:lnTo>
                <a:lnTo>
                  <a:pt x="1014744" y="18021"/>
                </a:lnTo>
                <a:lnTo>
                  <a:pt x="1074180" y="9196"/>
                </a:lnTo>
                <a:lnTo>
                  <a:pt x="1133962" y="3313"/>
                </a:lnTo>
                <a:lnTo>
                  <a:pt x="1193981" y="372"/>
                </a:lnTo>
                <a:lnTo>
                  <a:pt x="1224006" y="0"/>
                </a:lnTo>
                <a:lnTo>
                  <a:pt x="16024837" y="372"/>
                </a:lnTo>
                <a:lnTo>
                  <a:pt x="16084857" y="3313"/>
                </a:lnTo>
                <a:lnTo>
                  <a:pt x="16144638" y="9196"/>
                </a:lnTo>
                <a:lnTo>
                  <a:pt x="16204075" y="18021"/>
                </a:lnTo>
                <a:lnTo>
                  <a:pt x="16262991" y="29751"/>
                </a:lnTo>
                <a:lnTo>
                  <a:pt x="16321261" y="44333"/>
                </a:lnTo>
                <a:lnTo>
                  <a:pt x="16378756" y="61768"/>
                </a:lnTo>
                <a:lnTo>
                  <a:pt x="16435331" y="82027"/>
                </a:lnTo>
                <a:lnTo>
                  <a:pt x="16490826" y="105003"/>
                </a:lnTo>
                <a:lnTo>
                  <a:pt x="16545133" y="130701"/>
                </a:lnTo>
                <a:lnTo>
                  <a:pt x="16598126" y="159005"/>
                </a:lnTo>
                <a:lnTo>
                  <a:pt x="16649656" y="189900"/>
                </a:lnTo>
                <a:lnTo>
                  <a:pt x="16699604" y="223279"/>
                </a:lnTo>
                <a:lnTo>
                  <a:pt x="16747849" y="259062"/>
                </a:lnTo>
                <a:lnTo>
                  <a:pt x="16794295" y="297172"/>
                </a:lnTo>
                <a:lnTo>
                  <a:pt x="16838808" y="337524"/>
                </a:lnTo>
                <a:lnTo>
                  <a:pt x="16881294" y="380011"/>
                </a:lnTo>
                <a:lnTo>
                  <a:pt x="16921647" y="424511"/>
                </a:lnTo>
                <a:lnTo>
                  <a:pt x="16959757" y="470970"/>
                </a:lnTo>
                <a:lnTo>
                  <a:pt x="16995535" y="519214"/>
                </a:lnTo>
                <a:lnTo>
                  <a:pt x="17028910" y="569162"/>
                </a:lnTo>
                <a:lnTo>
                  <a:pt x="17059810" y="620689"/>
                </a:lnTo>
                <a:lnTo>
                  <a:pt x="17088118" y="673681"/>
                </a:lnTo>
                <a:lnTo>
                  <a:pt x="17113816" y="727988"/>
                </a:lnTo>
                <a:lnTo>
                  <a:pt x="17136792" y="783483"/>
                </a:lnTo>
                <a:lnTo>
                  <a:pt x="17157051" y="840063"/>
                </a:lnTo>
                <a:lnTo>
                  <a:pt x="17174485" y="897557"/>
                </a:lnTo>
                <a:lnTo>
                  <a:pt x="17189067" y="955828"/>
                </a:lnTo>
                <a:lnTo>
                  <a:pt x="17200798" y="1014744"/>
                </a:lnTo>
                <a:lnTo>
                  <a:pt x="17209622" y="1074180"/>
                </a:lnTo>
                <a:lnTo>
                  <a:pt x="17215505" y="1133962"/>
                </a:lnTo>
                <a:lnTo>
                  <a:pt x="17218447" y="1193981"/>
                </a:lnTo>
                <a:lnTo>
                  <a:pt x="17218819" y="1224006"/>
                </a:lnTo>
                <a:lnTo>
                  <a:pt x="17218447" y="5901535"/>
                </a:lnTo>
                <a:lnTo>
                  <a:pt x="17215505" y="5961554"/>
                </a:lnTo>
                <a:lnTo>
                  <a:pt x="17209622" y="6021336"/>
                </a:lnTo>
                <a:lnTo>
                  <a:pt x="17200798" y="6080772"/>
                </a:lnTo>
                <a:lnTo>
                  <a:pt x="17189067" y="6139688"/>
                </a:lnTo>
                <a:lnTo>
                  <a:pt x="17174485" y="6197958"/>
                </a:lnTo>
                <a:lnTo>
                  <a:pt x="17157051" y="6255453"/>
                </a:lnTo>
                <a:lnTo>
                  <a:pt x="17136792" y="6312033"/>
                </a:lnTo>
                <a:lnTo>
                  <a:pt x="17113816" y="6367528"/>
                </a:lnTo>
                <a:lnTo>
                  <a:pt x="17088118" y="6421830"/>
                </a:lnTo>
                <a:lnTo>
                  <a:pt x="17059810" y="6474823"/>
                </a:lnTo>
                <a:lnTo>
                  <a:pt x="17028910" y="6526354"/>
                </a:lnTo>
                <a:lnTo>
                  <a:pt x="16995535" y="6576302"/>
                </a:lnTo>
                <a:lnTo>
                  <a:pt x="16959757" y="6624546"/>
                </a:lnTo>
                <a:lnTo>
                  <a:pt x="16921647" y="6670992"/>
                </a:lnTo>
                <a:lnTo>
                  <a:pt x="16881294" y="6715505"/>
                </a:lnTo>
                <a:lnTo>
                  <a:pt x="16838808" y="6757992"/>
                </a:lnTo>
                <a:lnTo>
                  <a:pt x="16794295" y="6798344"/>
                </a:lnTo>
                <a:lnTo>
                  <a:pt x="16747849" y="6836454"/>
                </a:lnTo>
                <a:lnTo>
                  <a:pt x="16699604" y="6872237"/>
                </a:lnTo>
                <a:lnTo>
                  <a:pt x="16649656" y="6905612"/>
                </a:lnTo>
                <a:lnTo>
                  <a:pt x="16598126" y="6936507"/>
                </a:lnTo>
                <a:lnTo>
                  <a:pt x="16545133" y="6964815"/>
                </a:lnTo>
                <a:lnTo>
                  <a:pt x="16490826" y="6990513"/>
                </a:lnTo>
                <a:lnTo>
                  <a:pt x="16435331" y="7013489"/>
                </a:lnTo>
                <a:lnTo>
                  <a:pt x="16378756" y="7033735"/>
                </a:lnTo>
                <a:lnTo>
                  <a:pt x="16321261" y="7051182"/>
                </a:lnTo>
                <a:lnTo>
                  <a:pt x="16262991" y="7065765"/>
                </a:lnTo>
                <a:lnTo>
                  <a:pt x="16204075" y="7077495"/>
                </a:lnTo>
                <a:lnTo>
                  <a:pt x="16144638" y="7086320"/>
                </a:lnTo>
                <a:lnTo>
                  <a:pt x="16084857" y="7092189"/>
                </a:lnTo>
                <a:lnTo>
                  <a:pt x="16024837" y="7095144"/>
                </a:lnTo>
                <a:lnTo>
                  <a:pt x="15994812" y="7095516"/>
                </a:lnTo>
                <a:close/>
              </a:path>
            </a:pathLst>
          </a:custGeom>
          <a:solidFill>
            <a:srgbClr val="003579">
              <a:alpha val="23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9435" y="3463319"/>
            <a:ext cx="103404" cy="1034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9684" y="4747692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9684" y="5947842"/>
            <a:ext cx="104775" cy="104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9684" y="6747943"/>
            <a:ext cx="104775" cy="1047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9684" y="7948093"/>
            <a:ext cx="104775" cy="1047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54549" y="983872"/>
            <a:ext cx="16355694" cy="7595870"/>
          </a:xfrm>
          <a:prstGeom prst="rect">
            <a:avLst/>
          </a:prstGeom>
        </p:spPr>
        <p:txBody>
          <a:bodyPr wrap="square" lIns="0" tIns="305435" rIns="0" bIns="0" rtlCol="0" vert="horz">
            <a:spAutoFit/>
          </a:bodyPr>
          <a:lstStyle/>
          <a:p>
            <a:pPr algn="ctr" marR="578485">
              <a:lnSpc>
                <a:spcPct val="100000"/>
              </a:lnSpc>
              <a:spcBef>
                <a:spcPts val="2405"/>
              </a:spcBef>
            </a:pPr>
            <a:r>
              <a:rPr dirty="0" sz="4000" spc="65">
                <a:latin typeface="Arial Narrow"/>
                <a:cs typeface="Arial Narrow"/>
              </a:rPr>
              <a:t>PART</a:t>
            </a:r>
            <a:r>
              <a:rPr dirty="0" sz="4000" spc="-165">
                <a:latin typeface="Arial Narrow"/>
                <a:cs typeface="Arial Narrow"/>
              </a:rPr>
              <a:t> </a:t>
            </a:r>
            <a:r>
              <a:rPr dirty="0" sz="4000" spc="-10">
                <a:latin typeface="Arial Narrow"/>
                <a:cs typeface="Arial Narrow"/>
              </a:rPr>
              <a:t>THREE</a:t>
            </a:r>
            <a:endParaRPr sz="4000">
              <a:latin typeface="Arial Narrow"/>
              <a:cs typeface="Arial Narrow"/>
            </a:endParaRPr>
          </a:p>
          <a:p>
            <a:pPr marL="379095">
              <a:lnSpc>
                <a:spcPct val="100000"/>
              </a:lnSpc>
              <a:spcBef>
                <a:spcPts val="1440"/>
              </a:spcBef>
            </a:pPr>
            <a:r>
              <a:rPr dirty="0" sz="2400" spc="125" b="1">
                <a:solidFill>
                  <a:srgbClr val="CC0000"/>
                </a:solidFill>
                <a:latin typeface="Century Gothic"/>
                <a:cs typeface="Century Gothic"/>
              </a:rPr>
              <a:t>NOTE:</a:t>
            </a:r>
            <a:r>
              <a:rPr dirty="0" sz="2400" spc="10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You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-20" b="1">
                <a:solidFill>
                  <a:srgbClr val="CC0000"/>
                </a:solidFill>
                <a:latin typeface="Century Gothic"/>
                <a:cs typeface="Century Gothic"/>
              </a:rPr>
              <a:t>can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delete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85" b="1">
                <a:solidFill>
                  <a:srgbClr val="CC0000"/>
                </a:solidFill>
                <a:latin typeface="Century Gothic"/>
                <a:cs typeface="Century Gothic"/>
              </a:rPr>
              <a:t>the</a:t>
            </a:r>
            <a:r>
              <a:rPr dirty="0" sz="2400" spc="10" b="1">
                <a:solidFill>
                  <a:srgbClr val="CC0000"/>
                </a:solidFill>
                <a:latin typeface="Century Gothic"/>
                <a:cs typeface="Century Gothic"/>
              </a:rPr>
              <a:t>  </a:t>
            </a:r>
            <a:r>
              <a:rPr dirty="0" sz="2400" spc="140" b="1">
                <a:solidFill>
                  <a:srgbClr val="CC0000"/>
                </a:solidFill>
                <a:latin typeface="Century Gothic"/>
                <a:cs typeface="Century Gothic"/>
              </a:rPr>
              <a:t>slides</a:t>
            </a:r>
            <a:r>
              <a:rPr dirty="0" sz="2400" spc="20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(Important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60" b="1">
                <a:solidFill>
                  <a:srgbClr val="CC0000"/>
                </a:solidFill>
                <a:latin typeface="Century Gothic"/>
                <a:cs typeface="Century Gothic"/>
              </a:rPr>
              <a:t>pointers)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when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you</a:t>
            </a:r>
            <a:r>
              <a:rPr dirty="0" sz="2400" spc="10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b="1">
                <a:solidFill>
                  <a:srgbClr val="CC0000"/>
                </a:solidFill>
                <a:latin typeface="Century Gothic"/>
                <a:cs typeface="Century Gothic"/>
              </a:rPr>
              <a:t>upload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85" b="1">
                <a:solidFill>
                  <a:srgbClr val="CC0000"/>
                </a:solidFill>
                <a:latin typeface="Century Gothic"/>
                <a:cs typeface="Century Gothic"/>
              </a:rPr>
              <a:t>the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55" b="1">
                <a:solidFill>
                  <a:srgbClr val="CC0000"/>
                </a:solidFill>
                <a:latin typeface="Century Gothic"/>
                <a:cs typeface="Century Gothic"/>
              </a:rPr>
              <a:t>final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</a:t>
            </a:r>
            <a:r>
              <a:rPr dirty="0" sz="2400" spc="345" b="1">
                <a:solidFill>
                  <a:srgbClr val="CC0000"/>
                </a:solidFill>
                <a:latin typeface="Century Gothic"/>
                <a:cs typeface="Century Gothic"/>
              </a:rPr>
              <a:t>PPT</a:t>
            </a:r>
            <a:r>
              <a:rPr dirty="0" sz="2400" spc="15" b="1">
                <a:solidFill>
                  <a:srgbClr val="CC0000"/>
                </a:solidFill>
                <a:latin typeface="Century Gothic"/>
                <a:cs typeface="Century Gothic"/>
              </a:rPr>
              <a:t>  </a:t>
            </a:r>
            <a:r>
              <a:rPr dirty="0" sz="2400" spc="-50" b="1">
                <a:solidFill>
                  <a:srgbClr val="CC0000"/>
                </a:solidFill>
                <a:latin typeface="Century Gothic"/>
                <a:cs typeface="Century Gothic"/>
              </a:rPr>
              <a:t>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2400">
              <a:latin typeface="Century Gothic"/>
              <a:cs typeface="Century Gothic"/>
            </a:endParaRPr>
          </a:p>
          <a:p>
            <a:pPr marL="116839" marR="5080">
              <a:lnSpc>
                <a:spcPct val="102000"/>
              </a:lnSpc>
              <a:spcBef>
                <a:spcPts val="5"/>
              </a:spcBef>
            </a:pPr>
            <a:r>
              <a:rPr dirty="0" sz="2600" spc="195" b="1">
                <a:solidFill>
                  <a:srgbClr val="790000"/>
                </a:solidFill>
                <a:latin typeface="Century Gothic"/>
                <a:cs typeface="Century Gothic"/>
              </a:rPr>
              <a:t>SUBMISSION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85" b="1">
                <a:solidFill>
                  <a:srgbClr val="790000"/>
                </a:solidFill>
                <a:latin typeface="Century Gothic"/>
                <a:cs typeface="Century Gothic"/>
              </a:rPr>
              <a:t>HAS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204" b="1">
                <a:solidFill>
                  <a:srgbClr val="790000"/>
                </a:solidFill>
                <a:latin typeface="Century Gothic"/>
                <a:cs typeface="Century Gothic"/>
              </a:rPr>
              <a:t>TO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285" b="1">
                <a:solidFill>
                  <a:srgbClr val="790000"/>
                </a:solidFill>
                <a:latin typeface="Century Gothic"/>
                <a:cs typeface="Century Gothic"/>
              </a:rPr>
              <a:t>BE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240" b="1">
                <a:solidFill>
                  <a:srgbClr val="790000"/>
                </a:solidFill>
                <a:latin typeface="Century Gothic"/>
                <a:cs typeface="Century Gothic"/>
              </a:rPr>
              <a:t>STRICTLY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70" b="1">
                <a:solidFill>
                  <a:srgbClr val="790000"/>
                </a:solidFill>
                <a:latin typeface="Century Gothic"/>
                <a:cs typeface="Century Gothic"/>
              </a:rPr>
              <a:t>DONE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IN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225" b="1">
                <a:solidFill>
                  <a:srgbClr val="790000"/>
                </a:solidFill>
                <a:latin typeface="Century Gothic"/>
                <a:cs typeface="Century Gothic"/>
              </a:rPr>
              <a:t>PDF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40" b="1">
                <a:solidFill>
                  <a:srgbClr val="790000"/>
                </a:solidFill>
                <a:latin typeface="Century Gothic"/>
                <a:cs typeface="Century Gothic"/>
              </a:rPr>
              <a:t>FORMAT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ONLY.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210" b="1">
                <a:solidFill>
                  <a:srgbClr val="790000"/>
                </a:solidFill>
                <a:latin typeface="Century Gothic"/>
                <a:cs typeface="Century Gothic"/>
              </a:rPr>
              <a:t>FILE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75" b="1">
                <a:solidFill>
                  <a:srgbClr val="790000"/>
                </a:solidFill>
                <a:latin typeface="Century Gothic"/>
                <a:cs typeface="Century Gothic"/>
              </a:rPr>
              <a:t>NAME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95" b="1">
                <a:solidFill>
                  <a:srgbClr val="790000"/>
                </a:solidFill>
                <a:latin typeface="Century Gothic"/>
                <a:cs typeface="Century Gothic"/>
              </a:rPr>
              <a:t>SHOULD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285" b="1">
                <a:solidFill>
                  <a:srgbClr val="790000"/>
                </a:solidFill>
                <a:latin typeface="Century Gothic"/>
                <a:cs typeface="Century Gothic"/>
              </a:rPr>
              <a:t>BE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95" b="1">
                <a:solidFill>
                  <a:srgbClr val="790000"/>
                </a:solidFill>
                <a:latin typeface="Century Gothic"/>
                <a:cs typeface="Century Gothic"/>
              </a:rPr>
              <a:t>SAVED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60" b="1">
                <a:solidFill>
                  <a:srgbClr val="790000"/>
                </a:solidFill>
                <a:latin typeface="Century Gothic"/>
                <a:cs typeface="Century Gothic"/>
              </a:rPr>
              <a:t>AS </a:t>
            </a:r>
            <a:r>
              <a:rPr dirty="0" sz="2600" spc="200" b="1">
                <a:solidFill>
                  <a:srgbClr val="790000"/>
                </a:solidFill>
                <a:latin typeface="Century Gothic"/>
                <a:cs typeface="Century Gothic"/>
              </a:rPr>
              <a:t>TEAM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ID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,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70" b="1">
                <a:solidFill>
                  <a:srgbClr val="790000"/>
                </a:solidFill>
                <a:latin typeface="Century Gothic"/>
                <a:cs typeface="Century Gothic"/>
              </a:rPr>
              <a:t>WHICH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265" b="1">
                <a:solidFill>
                  <a:srgbClr val="790000"/>
                </a:solidFill>
                <a:latin typeface="Century Gothic"/>
                <a:cs typeface="Century Gothic"/>
              </a:rPr>
              <a:t>WILL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285" b="1">
                <a:solidFill>
                  <a:srgbClr val="790000"/>
                </a:solidFill>
                <a:latin typeface="Century Gothic"/>
                <a:cs typeface="Century Gothic"/>
              </a:rPr>
              <a:t>BE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325" b="1">
                <a:solidFill>
                  <a:srgbClr val="790000"/>
                </a:solidFill>
                <a:latin typeface="Century Gothic"/>
                <a:cs typeface="Century Gothic"/>
              </a:rPr>
              <a:t>SENT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204" b="1">
                <a:solidFill>
                  <a:srgbClr val="790000"/>
                </a:solidFill>
                <a:latin typeface="Century Gothic"/>
                <a:cs typeface="Century Gothic"/>
              </a:rPr>
              <a:t>TO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200" b="1">
                <a:solidFill>
                  <a:srgbClr val="790000"/>
                </a:solidFill>
                <a:latin typeface="Century Gothic"/>
                <a:cs typeface="Century Gothic"/>
              </a:rPr>
              <a:t>TEAM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95" b="1">
                <a:solidFill>
                  <a:srgbClr val="790000"/>
                </a:solidFill>
                <a:latin typeface="Century Gothic"/>
                <a:cs typeface="Century Gothic"/>
              </a:rPr>
              <a:t>LEADER’S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65" b="1">
                <a:solidFill>
                  <a:srgbClr val="790000"/>
                </a:solidFill>
                <a:latin typeface="Century Gothic"/>
                <a:cs typeface="Century Gothic"/>
              </a:rPr>
              <a:t>EMAIL.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85" b="1">
                <a:solidFill>
                  <a:srgbClr val="790000"/>
                </a:solidFill>
                <a:latin typeface="Century Gothic"/>
                <a:cs typeface="Century Gothic"/>
              </a:rPr>
              <a:t>EX: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240" b="1">
                <a:solidFill>
                  <a:srgbClr val="790000"/>
                </a:solidFill>
                <a:latin typeface="Century Gothic"/>
                <a:cs typeface="Century Gothic"/>
              </a:rPr>
              <a:t>26NGB#####</a:t>
            </a:r>
            <a:endParaRPr sz="2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600">
              <a:latin typeface="Century Gothic"/>
              <a:cs typeface="Century Gothic"/>
            </a:endParaRPr>
          </a:p>
          <a:p>
            <a:pPr marL="12700" marR="1446530" indent="88265">
              <a:lnSpc>
                <a:spcPct val="101000"/>
              </a:lnSpc>
            </a:pPr>
            <a:r>
              <a:rPr dirty="0" sz="2600" spc="370" b="1">
                <a:solidFill>
                  <a:srgbClr val="790000"/>
                </a:solidFill>
                <a:latin typeface="Century Gothic"/>
                <a:cs typeface="Century Gothic"/>
              </a:rPr>
              <a:t>PPT</a:t>
            </a:r>
            <a:r>
              <a:rPr dirty="0" sz="2600" spc="-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20" b="1">
                <a:solidFill>
                  <a:srgbClr val="790000"/>
                </a:solidFill>
                <a:latin typeface="Century Gothic"/>
                <a:cs typeface="Century Gothic"/>
              </a:rPr>
              <a:t>submissions</a:t>
            </a:r>
            <a:r>
              <a:rPr dirty="0" sz="2600" spc="-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14" b="1">
                <a:solidFill>
                  <a:srgbClr val="790000"/>
                </a:solidFill>
                <a:latin typeface="Century Gothic"/>
                <a:cs typeface="Century Gothic"/>
              </a:rPr>
              <a:t>will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 open</a:t>
            </a:r>
            <a:r>
              <a:rPr dirty="0" sz="2600" spc="-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on 18</a:t>
            </a:r>
            <a:r>
              <a:rPr dirty="0" sz="2600" spc="-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October at</a:t>
            </a:r>
            <a:r>
              <a:rPr dirty="0" sz="2600" spc="-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50" b="1">
                <a:solidFill>
                  <a:srgbClr val="790000"/>
                </a:solidFill>
                <a:latin typeface="Century Gothic"/>
                <a:cs typeface="Century Gothic"/>
              </a:rPr>
              <a:t>1:00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70" b="1">
                <a:solidFill>
                  <a:srgbClr val="790000"/>
                </a:solidFill>
                <a:latin typeface="Century Gothic"/>
                <a:cs typeface="Century Gothic"/>
              </a:rPr>
              <a:t>PM</a:t>
            </a:r>
            <a:r>
              <a:rPr dirty="0" sz="2600" spc="-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-25" b="1">
                <a:solidFill>
                  <a:srgbClr val="790000"/>
                </a:solidFill>
                <a:latin typeface="Century Gothic"/>
                <a:cs typeface="Century Gothic"/>
              </a:rPr>
              <a:t>and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80" b="1">
                <a:solidFill>
                  <a:srgbClr val="790000"/>
                </a:solidFill>
                <a:latin typeface="Century Gothic"/>
                <a:cs typeface="Century Gothic"/>
              </a:rPr>
              <a:t>close</a:t>
            </a:r>
            <a:r>
              <a:rPr dirty="0" sz="2600" spc="-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on </a:t>
            </a:r>
            <a:r>
              <a:rPr dirty="0" sz="2600" spc="220" b="1">
                <a:solidFill>
                  <a:srgbClr val="790000"/>
                </a:solidFill>
                <a:latin typeface="Century Gothic"/>
                <a:cs typeface="Century Gothic"/>
              </a:rPr>
              <a:t>20</a:t>
            </a:r>
            <a:r>
              <a:rPr dirty="0" sz="2600" spc="-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October at</a:t>
            </a:r>
            <a:r>
              <a:rPr dirty="0" sz="2600" spc="-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-10" b="1">
                <a:solidFill>
                  <a:srgbClr val="790000"/>
                </a:solidFill>
                <a:latin typeface="Century Gothic"/>
                <a:cs typeface="Century Gothic"/>
              </a:rPr>
              <a:t>11:59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65" b="1">
                <a:solidFill>
                  <a:srgbClr val="790000"/>
                </a:solidFill>
                <a:latin typeface="Century Gothic"/>
                <a:cs typeface="Century Gothic"/>
              </a:rPr>
              <a:t>PM. </a:t>
            </a:r>
            <a:r>
              <a:rPr dirty="0" sz="2600" spc="145" b="1">
                <a:solidFill>
                  <a:srgbClr val="790000"/>
                </a:solidFill>
                <a:latin typeface="Century Gothic"/>
                <a:cs typeface="Century Gothic"/>
              </a:rPr>
              <a:t>(TENTATIVE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05" b="1">
                <a:solidFill>
                  <a:srgbClr val="790000"/>
                </a:solidFill>
                <a:latin typeface="Century Gothic"/>
                <a:cs typeface="Century Gothic"/>
              </a:rPr>
              <a:t>DATES)</a:t>
            </a:r>
            <a:endParaRPr sz="2600">
              <a:latin typeface="Century Gothic"/>
              <a:cs typeface="Century Gothic"/>
            </a:endParaRPr>
          </a:p>
          <a:p>
            <a:pPr marL="100965">
              <a:lnSpc>
                <a:spcPct val="100000"/>
              </a:lnSpc>
              <a:spcBef>
                <a:spcPts val="3180"/>
              </a:spcBef>
            </a:pPr>
            <a:r>
              <a:rPr dirty="0" sz="2600" spc="114" b="1">
                <a:solidFill>
                  <a:srgbClr val="790000"/>
                </a:solidFill>
                <a:latin typeface="Century Gothic"/>
                <a:cs typeface="Century Gothic"/>
              </a:rPr>
              <a:t>Submissions,</a:t>
            </a:r>
            <a:r>
              <a:rPr dirty="0" sz="2600" spc="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85" b="1">
                <a:solidFill>
                  <a:srgbClr val="790000"/>
                </a:solidFill>
                <a:latin typeface="Century Gothic"/>
                <a:cs typeface="Century Gothic"/>
              </a:rPr>
              <a:t>edits,</a:t>
            </a:r>
            <a:r>
              <a:rPr dirty="0" sz="2600" spc="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updates,</a:t>
            </a:r>
            <a:r>
              <a:rPr dirty="0" sz="2600" spc="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-25" b="1">
                <a:solidFill>
                  <a:srgbClr val="790000"/>
                </a:solidFill>
                <a:latin typeface="Century Gothic"/>
                <a:cs typeface="Century Gothic"/>
              </a:rPr>
              <a:t>and</a:t>
            </a:r>
            <a:r>
              <a:rPr dirty="0" sz="2600" spc="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10" b="1">
                <a:solidFill>
                  <a:srgbClr val="790000"/>
                </a:solidFill>
                <a:latin typeface="Century Gothic"/>
                <a:cs typeface="Century Gothic"/>
              </a:rPr>
              <a:t>resubmissions</a:t>
            </a:r>
            <a:r>
              <a:rPr dirty="0" sz="2600" spc="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14" b="1">
                <a:solidFill>
                  <a:srgbClr val="790000"/>
                </a:solidFill>
                <a:latin typeface="Century Gothic"/>
                <a:cs typeface="Century Gothic"/>
              </a:rPr>
              <a:t>will</a:t>
            </a:r>
            <a:r>
              <a:rPr dirty="0" sz="2600" spc="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be</a:t>
            </a:r>
            <a:r>
              <a:rPr dirty="0" sz="2600" spc="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allowed</a:t>
            </a:r>
            <a:r>
              <a:rPr dirty="0" sz="2600" spc="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only</a:t>
            </a:r>
            <a:r>
              <a:rPr dirty="0" sz="2600" spc="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70" b="1">
                <a:solidFill>
                  <a:srgbClr val="790000"/>
                </a:solidFill>
                <a:latin typeface="Century Gothic"/>
                <a:cs typeface="Century Gothic"/>
              </a:rPr>
              <a:t>within</a:t>
            </a:r>
            <a:r>
              <a:rPr dirty="0" sz="2600" spc="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50" b="1">
                <a:solidFill>
                  <a:srgbClr val="790000"/>
                </a:solidFill>
                <a:latin typeface="Century Gothic"/>
                <a:cs typeface="Century Gothic"/>
              </a:rPr>
              <a:t>this</a:t>
            </a:r>
            <a:r>
              <a:rPr dirty="0" sz="2600" spc="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-10" b="1">
                <a:solidFill>
                  <a:srgbClr val="790000"/>
                </a:solidFill>
                <a:latin typeface="Century Gothic"/>
                <a:cs typeface="Century Gothic"/>
              </a:rPr>
              <a:t>window.</a:t>
            </a:r>
            <a:endParaRPr sz="2600">
              <a:latin typeface="Century Gothic"/>
              <a:cs typeface="Century Gothic"/>
            </a:endParaRPr>
          </a:p>
          <a:p>
            <a:pPr marL="12700" marR="326390" indent="88265">
              <a:lnSpc>
                <a:spcPct val="101000"/>
              </a:lnSpc>
              <a:spcBef>
                <a:spcPts val="3150"/>
              </a:spcBef>
            </a:pPr>
            <a:r>
              <a:rPr dirty="0" sz="2600" spc="185" b="1">
                <a:solidFill>
                  <a:srgbClr val="790000"/>
                </a:solidFill>
                <a:latin typeface="Century Gothic"/>
                <a:cs typeface="Century Gothic"/>
              </a:rPr>
              <a:t>The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05" b="1">
                <a:solidFill>
                  <a:srgbClr val="790000"/>
                </a:solidFill>
                <a:latin typeface="Century Gothic"/>
                <a:cs typeface="Century Gothic"/>
              </a:rPr>
              <a:t>submission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60" b="1">
                <a:solidFill>
                  <a:srgbClr val="790000"/>
                </a:solidFill>
                <a:latin typeface="Century Gothic"/>
                <a:cs typeface="Century Gothic"/>
              </a:rPr>
              <a:t>portal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14" b="1">
                <a:solidFill>
                  <a:srgbClr val="790000"/>
                </a:solidFill>
                <a:latin typeface="Century Gothic"/>
                <a:cs typeface="Century Gothic"/>
              </a:rPr>
              <a:t>will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75" b="1">
                <a:solidFill>
                  <a:srgbClr val="790000"/>
                </a:solidFill>
                <a:latin typeface="Century Gothic"/>
                <a:cs typeface="Century Gothic"/>
              </a:rPr>
              <a:t>not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-10" b="1">
                <a:solidFill>
                  <a:srgbClr val="790000"/>
                </a:solidFill>
                <a:latin typeface="Century Gothic"/>
                <a:cs typeface="Century Gothic"/>
              </a:rPr>
              <a:t>accept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20" b="1">
                <a:solidFill>
                  <a:srgbClr val="790000"/>
                </a:solidFill>
                <a:latin typeface="Century Gothic"/>
                <a:cs typeface="Century Gothic"/>
              </a:rPr>
              <a:t>submissions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50" b="1">
                <a:solidFill>
                  <a:srgbClr val="790000"/>
                </a:solidFill>
                <a:latin typeface="Century Gothic"/>
                <a:cs typeface="Century Gothic"/>
              </a:rPr>
              <a:t>before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80" b="1">
                <a:solidFill>
                  <a:srgbClr val="790000"/>
                </a:solidFill>
                <a:latin typeface="Century Gothic"/>
                <a:cs typeface="Century Gothic"/>
              </a:rPr>
              <a:t>the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opening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time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00" b="1">
                <a:solidFill>
                  <a:srgbClr val="790000"/>
                </a:solidFill>
                <a:latin typeface="Century Gothic"/>
                <a:cs typeface="Century Gothic"/>
              </a:rPr>
              <a:t>or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85" b="1">
                <a:solidFill>
                  <a:srgbClr val="790000"/>
                </a:solidFill>
                <a:latin typeface="Century Gothic"/>
                <a:cs typeface="Century Gothic"/>
              </a:rPr>
              <a:t>after</a:t>
            </a:r>
            <a:r>
              <a:rPr dirty="0" sz="2600" spc="-1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80" b="1">
                <a:solidFill>
                  <a:srgbClr val="790000"/>
                </a:solidFill>
                <a:latin typeface="Century Gothic"/>
                <a:cs typeface="Century Gothic"/>
              </a:rPr>
              <a:t>the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-10" b="1">
                <a:solidFill>
                  <a:srgbClr val="790000"/>
                </a:solidFill>
                <a:latin typeface="Century Gothic"/>
                <a:cs typeface="Century Gothic"/>
              </a:rPr>
              <a:t>deadline. </a:t>
            </a:r>
            <a:r>
              <a:rPr dirty="0" sz="2600" spc="85" b="1">
                <a:solidFill>
                  <a:srgbClr val="790000"/>
                </a:solidFill>
                <a:latin typeface="Century Gothic"/>
                <a:cs typeface="Century Gothic"/>
              </a:rPr>
              <a:t>After</a:t>
            </a:r>
            <a:r>
              <a:rPr dirty="0" sz="2600" spc="-3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80" b="1">
                <a:solidFill>
                  <a:srgbClr val="790000"/>
                </a:solidFill>
                <a:latin typeface="Century Gothic"/>
                <a:cs typeface="Century Gothic"/>
              </a:rPr>
              <a:t>the</a:t>
            </a:r>
            <a:r>
              <a:rPr dirty="0" sz="2600" spc="-3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deadline,</a:t>
            </a:r>
            <a:r>
              <a:rPr dirty="0" sz="2600" spc="-3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no</a:t>
            </a:r>
            <a:r>
              <a:rPr dirty="0" sz="2600" spc="-3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10" b="1">
                <a:solidFill>
                  <a:srgbClr val="790000"/>
                </a:solidFill>
                <a:latin typeface="Century Gothic"/>
                <a:cs typeface="Century Gothic"/>
              </a:rPr>
              <a:t>resubmissions</a:t>
            </a:r>
            <a:r>
              <a:rPr dirty="0" sz="2600" spc="-3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00" b="1">
                <a:solidFill>
                  <a:srgbClr val="790000"/>
                </a:solidFill>
                <a:latin typeface="Century Gothic"/>
                <a:cs typeface="Century Gothic"/>
              </a:rPr>
              <a:t>or</a:t>
            </a:r>
            <a:r>
              <a:rPr dirty="0" sz="2600" spc="-3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85" b="1">
                <a:solidFill>
                  <a:srgbClr val="790000"/>
                </a:solidFill>
                <a:latin typeface="Century Gothic"/>
                <a:cs typeface="Century Gothic"/>
              </a:rPr>
              <a:t>corrections</a:t>
            </a:r>
            <a:r>
              <a:rPr dirty="0" sz="2600" spc="-3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14" b="1">
                <a:solidFill>
                  <a:srgbClr val="790000"/>
                </a:solidFill>
                <a:latin typeface="Century Gothic"/>
                <a:cs typeface="Century Gothic"/>
              </a:rPr>
              <a:t>will</a:t>
            </a:r>
            <a:r>
              <a:rPr dirty="0" sz="2600" spc="-3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be</a:t>
            </a:r>
            <a:r>
              <a:rPr dirty="0" sz="2600" spc="-3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-10" b="1">
                <a:solidFill>
                  <a:srgbClr val="790000"/>
                </a:solidFill>
                <a:latin typeface="Century Gothic"/>
                <a:cs typeface="Century Gothic"/>
              </a:rPr>
              <a:t>accepted.</a:t>
            </a:r>
            <a:endParaRPr sz="2600">
              <a:latin typeface="Century Gothic"/>
              <a:cs typeface="Century Gothic"/>
            </a:endParaRPr>
          </a:p>
          <a:p>
            <a:pPr marL="12700" marR="1132205">
              <a:lnSpc>
                <a:spcPct val="101000"/>
              </a:lnSpc>
              <a:spcBef>
                <a:spcPts val="3150"/>
              </a:spcBef>
            </a:pP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Teams</a:t>
            </a:r>
            <a:r>
              <a:rPr dirty="0" sz="2600" spc="-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are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80" b="1">
                <a:solidFill>
                  <a:srgbClr val="790000"/>
                </a:solidFill>
                <a:latin typeface="Century Gothic"/>
                <a:cs typeface="Century Gothic"/>
              </a:rPr>
              <a:t>responsible</a:t>
            </a:r>
            <a:r>
              <a:rPr dirty="0" sz="2600" spc="-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125" b="1">
                <a:solidFill>
                  <a:srgbClr val="790000"/>
                </a:solidFill>
                <a:latin typeface="Century Gothic"/>
                <a:cs typeface="Century Gothic"/>
              </a:rPr>
              <a:t>for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65" b="1">
                <a:solidFill>
                  <a:srgbClr val="790000"/>
                </a:solidFill>
                <a:latin typeface="Century Gothic"/>
                <a:cs typeface="Century Gothic"/>
              </a:rPr>
              <a:t>ensuring</a:t>
            </a:r>
            <a:r>
              <a:rPr dirty="0" sz="2600" spc="-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70" b="1">
                <a:solidFill>
                  <a:srgbClr val="790000"/>
                </a:solidFill>
                <a:latin typeface="Century Gothic"/>
                <a:cs typeface="Century Gothic"/>
              </a:rPr>
              <a:t>that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85" b="1">
                <a:solidFill>
                  <a:srgbClr val="790000"/>
                </a:solidFill>
                <a:latin typeface="Century Gothic"/>
                <a:cs typeface="Century Gothic"/>
              </a:rPr>
              <a:t>their</a:t>
            </a:r>
            <a:r>
              <a:rPr dirty="0" sz="2600" spc="-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50" b="1">
                <a:solidFill>
                  <a:srgbClr val="790000"/>
                </a:solidFill>
                <a:latin typeface="Century Gothic"/>
                <a:cs typeface="Century Gothic"/>
              </a:rPr>
              <a:t>final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90" b="1">
                <a:solidFill>
                  <a:srgbClr val="790000"/>
                </a:solidFill>
                <a:latin typeface="Century Gothic"/>
                <a:cs typeface="Century Gothic"/>
              </a:rPr>
              <a:t>submission,</a:t>
            </a:r>
            <a:r>
              <a:rPr dirty="0" sz="2600" spc="-2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Team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ID,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-25" b="1">
                <a:solidFill>
                  <a:srgbClr val="790000"/>
                </a:solidFill>
                <a:latin typeface="Century Gothic"/>
                <a:cs typeface="Century Gothic"/>
              </a:rPr>
              <a:t>and </a:t>
            </a:r>
            <a:r>
              <a:rPr dirty="0" sz="2600" spc="125" b="1">
                <a:solidFill>
                  <a:srgbClr val="790000"/>
                </a:solidFill>
                <a:latin typeface="Century Gothic"/>
                <a:cs typeface="Century Gothic"/>
              </a:rPr>
              <a:t>Secret</a:t>
            </a:r>
            <a:r>
              <a:rPr dirty="0" sz="2600" spc="-20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Code</a:t>
            </a:r>
            <a:r>
              <a:rPr dirty="0" sz="2600" spc="-25" b="1">
                <a:solidFill>
                  <a:srgbClr val="790000"/>
                </a:solidFill>
                <a:latin typeface="Century Gothic"/>
                <a:cs typeface="Century Gothic"/>
              </a:rPr>
              <a:t> are </a:t>
            </a:r>
            <a:r>
              <a:rPr dirty="0" sz="2600" b="1">
                <a:solidFill>
                  <a:srgbClr val="790000"/>
                </a:solidFill>
                <a:latin typeface="Century Gothic"/>
                <a:cs typeface="Century Gothic"/>
              </a:rPr>
              <a:t>entered</a:t>
            </a:r>
            <a:r>
              <a:rPr dirty="0" sz="2600" spc="245" b="1">
                <a:solidFill>
                  <a:srgbClr val="790000"/>
                </a:solidFill>
                <a:latin typeface="Century Gothic"/>
                <a:cs typeface="Century Gothic"/>
              </a:rPr>
              <a:t> </a:t>
            </a:r>
            <a:r>
              <a:rPr dirty="0" sz="2600" spc="40" b="1">
                <a:solidFill>
                  <a:srgbClr val="790000"/>
                </a:solidFill>
                <a:latin typeface="Century Gothic"/>
                <a:cs typeface="Century Gothic"/>
              </a:rPr>
              <a:t>correctly.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9918445"/>
            <a:ext cx="18288000" cy="368935"/>
          </a:xfrm>
          <a:custGeom>
            <a:avLst/>
            <a:gdLst/>
            <a:ahLst/>
            <a:cxnLst/>
            <a:rect l="l" t="t" r="r" b="b"/>
            <a:pathLst>
              <a:path w="18288000" h="368934">
                <a:moveTo>
                  <a:pt x="18287998" y="368553"/>
                </a:moveTo>
                <a:lnTo>
                  <a:pt x="0" y="368553"/>
                </a:lnTo>
                <a:lnTo>
                  <a:pt x="0" y="50911"/>
                </a:lnTo>
                <a:lnTo>
                  <a:pt x="52282" y="39806"/>
                </a:lnTo>
                <a:lnTo>
                  <a:pt x="102236" y="30487"/>
                </a:lnTo>
                <a:lnTo>
                  <a:pt x="152426" y="22413"/>
                </a:lnTo>
                <a:lnTo>
                  <a:pt x="202789" y="15577"/>
                </a:lnTo>
                <a:lnTo>
                  <a:pt x="253286" y="9951"/>
                </a:lnTo>
                <a:lnTo>
                  <a:pt x="303929" y="5608"/>
                </a:lnTo>
                <a:lnTo>
                  <a:pt x="354640" y="2510"/>
                </a:lnTo>
                <a:lnTo>
                  <a:pt x="405434" y="633"/>
                </a:lnTo>
                <a:lnTo>
                  <a:pt x="456262" y="0"/>
                </a:lnTo>
                <a:lnTo>
                  <a:pt x="17831709" y="0"/>
                </a:lnTo>
                <a:lnTo>
                  <a:pt x="17882537" y="633"/>
                </a:lnTo>
                <a:lnTo>
                  <a:pt x="17933332" y="2510"/>
                </a:lnTo>
                <a:lnTo>
                  <a:pt x="17984042" y="5608"/>
                </a:lnTo>
                <a:lnTo>
                  <a:pt x="18034685" y="9951"/>
                </a:lnTo>
                <a:lnTo>
                  <a:pt x="18085183" y="15577"/>
                </a:lnTo>
                <a:lnTo>
                  <a:pt x="18135546" y="22413"/>
                </a:lnTo>
                <a:lnTo>
                  <a:pt x="18185718" y="30487"/>
                </a:lnTo>
                <a:lnTo>
                  <a:pt x="18235689" y="39806"/>
                </a:lnTo>
                <a:lnTo>
                  <a:pt x="18285402" y="50318"/>
                </a:lnTo>
                <a:lnTo>
                  <a:pt x="18287998" y="368553"/>
                </a:lnTo>
                <a:close/>
              </a:path>
            </a:pathLst>
          </a:custGeom>
          <a:solidFill>
            <a:srgbClr val="0096B1">
              <a:alpha val="4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790"/>
              </a:lnSpc>
            </a:pPr>
            <a:r>
              <a:rPr dirty="0" spc="-70"/>
              <a:t>@Next</a:t>
            </a:r>
            <a:r>
              <a:rPr dirty="0" spc="-20"/>
              <a:t> </a:t>
            </a:r>
            <a:r>
              <a:rPr dirty="0"/>
              <a:t>Gen</a:t>
            </a:r>
            <a:r>
              <a:rPr dirty="0" spc="-20"/>
              <a:t> </a:t>
            </a:r>
            <a:r>
              <a:rPr dirty="0" spc="90"/>
              <a:t>build-a-</a:t>
            </a:r>
            <a:r>
              <a:rPr dirty="0" spc="114"/>
              <a:t>thon</a:t>
            </a:r>
            <a:r>
              <a:rPr dirty="0" spc="-20"/>
              <a:t> </a:t>
            </a:r>
            <a:r>
              <a:rPr dirty="0" spc="90"/>
              <a:t>idea</a:t>
            </a:r>
            <a:r>
              <a:rPr dirty="0" spc="-15"/>
              <a:t> </a:t>
            </a:r>
            <a:r>
              <a:rPr dirty="0" spc="75"/>
              <a:t>submission</a:t>
            </a:r>
            <a:r>
              <a:rPr dirty="0" spc="-20"/>
              <a:t> </a:t>
            </a:r>
            <a:r>
              <a:rPr dirty="0" spc="200"/>
              <a:t>-</a:t>
            </a:r>
            <a:r>
              <a:rPr dirty="0" spc="-20"/>
              <a:t> </a:t>
            </a:r>
            <a:r>
              <a:rPr dirty="0" spc="55"/>
              <a:t>Template.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2026-10-17T06:46:17Z</dcterms:created>
  <dcterms:modified xsi:type="dcterms:W3CDTF">2026-10-17T06:46:17Z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2026-10-17T00:00:00Z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2026-10-17T00:00:00Z</vt:filetime>
  </property>
</Properties>
</file>